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299E33-D97A-4E5B-A745-5D9758E04D1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69A78EB-C8C0-4CB1-911C-DA95703F4B40}">
      <dgm:prSet/>
      <dgm:spPr/>
      <dgm:t>
        <a:bodyPr/>
        <a:lstStyle/>
        <a:p>
          <a:pPr>
            <a:defRPr cap="all"/>
          </a:pPr>
          <a:r>
            <a:rPr lang="en-KE" b="1" i="0" baseline="0"/>
            <a:t>Goal:</a:t>
          </a:r>
          <a:r>
            <a:rPr lang="en-KE" b="0" i="0" baseline="0"/>
            <a:t> To develop a Natural Language Processing (NLP) system that automatically identifies the language of short text inputs.</a:t>
          </a:r>
          <a:endParaRPr lang="en-US"/>
        </a:p>
      </dgm:t>
    </dgm:pt>
    <dgm:pt modelId="{3AF63691-BB89-4B61-B7F6-5D5AEF518658}" type="parTrans" cxnId="{0ED7C86C-4B97-4200-A8D0-E4BA2410F88A}">
      <dgm:prSet/>
      <dgm:spPr/>
      <dgm:t>
        <a:bodyPr/>
        <a:lstStyle/>
        <a:p>
          <a:endParaRPr lang="en-US"/>
        </a:p>
      </dgm:t>
    </dgm:pt>
    <dgm:pt modelId="{E48C8014-AC93-4013-B5BA-9AE53F422D2F}" type="sibTrans" cxnId="{0ED7C86C-4B97-4200-A8D0-E4BA2410F88A}">
      <dgm:prSet/>
      <dgm:spPr/>
      <dgm:t>
        <a:bodyPr/>
        <a:lstStyle/>
        <a:p>
          <a:endParaRPr lang="en-US"/>
        </a:p>
      </dgm:t>
    </dgm:pt>
    <dgm:pt modelId="{FBB07E31-6D31-45BA-993A-B6989ADF3FF7}">
      <dgm:prSet/>
      <dgm:spPr/>
      <dgm:t>
        <a:bodyPr/>
        <a:lstStyle/>
        <a:p>
          <a:pPr>
            <a:defRPr cap="all"/>
          </a:pPr>
          <a:r>
            <a:rPr lang="en-KE" b="1" i="0" baseline="0"/>
            <a:t>Target Languages:</a:t>
          </a:r>
          <a:r>
            <a:rPr lang="en-KE" b="0" i="0" baseline="0"/>
            <a:t> English, Swahili, Sheng, and Lubukusu.</a:t>
          </a:r>
          <a:endParaRPr lang="en-US"/>
        </a:p>
      </dgm:t>
    </dgm:pt>
    <dgm:pt modelId="{A7AFD3BB-A4B6-4A00-8F07-8715C2B51F97}" type="parTrans" cxnId="{012E1D65-6439-45CA-A7D8-25F7E98ADF69}">
      <dgm:prSet/>
      <dgm:spPr/>
      <dgm:t>
        <a:bodyPr/>
        <a:lstStyle/>
        <a:p>
          <a:endParaRPr lang="en-US"/>
        </a:p>
      </dgm:t>
    </dgm:pt>
    <dgm:pt modelId="{1DAC8308-FBB8-48E9-861F-A5349075FE72}" type="sibTrans" cxnId="{012E1D65-6439-45CA-A7D8-25F7E98ADF69}">
      <dgm:prSet/>
      <dgm:spPr/>
      <dgm:t>
        <a:bodyPr/>
        <a:lstStyle/>
        <a:p>
          <a:endParaRPr lang="en-US"/>
        </a:p>
      </dgm:t>
    </dgm:pt>
    <dgm:pt modelId="{04DBFA66-174D-41CC-BB97-0722FB037D8F}">
      <dgm:prSet/>
      <dgm:spPr/>
      <dgm:t>
        <a:bodyPr/>
        <a:lstStyle/>
        <a:p>
          <a:pPr>
            <a:defRPr cap="all"/>
          </a:pPr>
          <a:r>
            <a:rPr lang="en-KE" b="1" i="0" baseline="0"/>
            <a:t>User Interaction:</a:t>
          </a:r>
          <a:r>
            <a:rPr lang="en-KE" b="0" i="0" baseline="0"/>
            <a:t> The system accepts text from a user and predicts the language automatically</a:t>
          </a:r>
          <a:endParaRPr lang="en-US"/>
        </a:p>
      </dgm:t>
    </dgm:pt>
    <dgm:pt modelId="{AC09F195-C1B9-458E-8E2A-A1FF382C91C5}" type="parTrans" cxnId="{38A9B58D-74E1-4AFE-B48C-42ED94E47FC4}">
      <dgm:prSet/>
      <dgm:spPr/>
      <dgm:t>
        <a:bodyPr/>
        <a:lstStyle/>
        <a:p>
          <a:endParaRPr lang="en-US"/>
        </a:p>
      </dgm:t>
    </dgm:pt>
    <dgm:pt modelId="{5E4CC518-3549-4853-B717-50D06FD97E65}" type="sibTrans" cxnId="{38A9B58D-74E1-4AFE-B48C-42ED94E47FC4}">
      <dgm:prSet/>
      <dgm:spPr/>
      <dgm:t>
        <a:bodyPr/>
        <a:lstStyle/>
        <a:p>
          <a:endParaRPr lang="en-US"/>
        </a:p>
      </dgm:t>
    </dgm:pt>
    <dgm:pt modelId="{0CC3943C-0A52-4E2A-91A2-9F01A1475B6D}" type="pres">
      <dgm:prSet presAssocID="{5F299E33-D97A-4E5B-A745-5D9758E04D15}" presName="root" presStyleCnt="0">
        <dgm:presLayoutVars>
          <dgm:dir/>
          <dgm:resizeHandles val="exact"/>
        </dgm:presLayoutVars>
      </dgm:prSet>
      <dgm:spPr/>
    </dgm:pt>
    <dgm:pt modelId="{C0938DBA-71B3-4EC8-A340-45CE8A713392}" type="pres">
      <dgm:prSet presAssocID="{669A78EB-C8C0-4CB1-911C-DA95703F4B40}" presName="compNode" presStyleCnt="0"/>
      <dgm:spPr/>
    </dgm:pt>
    <dgm:pt modelId="{37880C19-8453-4F4B-A1DD-D99C66393223}" type="pres">
      <dgm:prSet presAssocID="{669A78EB-C8C0-4CB1-911C-DA95703F4B40}" presName="iconBgRect" presStyleLbl="bgShp" presStyleIdx="0" presStyleCnt="3"/>
      <dgm:spPr/>
    </dgm:pt>
    <dgm:pt modelId="{B7EA6432-DFCD-43F2-9D81-A2A2D15DC5BF}" type="pres">
      <dgm:prSet presAssocID="{669A78EB-C8C0-4CB1-911C-DA95703F4B4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F8B5F98-1017-4E35-B455-F194CE8BA4DD}" type="pres">
      <dgm:prSet presAssocID="{669A78EB-C8C0-4CB1-911C-DA95703F4B40}" presName="spaceRect" presStyleCnt="0"/>
      <dgm:spPr/>
    </dgm:pt>
    <dgm:pt modelId="{3551FA08-8607-4BDF-9576-63F919668CB4}" type="pres">
      <dgm:prSet presAssocID="{669A78EB-C8C0-4CB1-911C-DA95703F4B40}" presName="textRect" presStyleLbl="revTx" presStyleIdx="0" presStyleCnt="3">
        <dgm:presLayoutVars>
          <dgm:chMax val="1"/>
          <dgm:chPref val="1"/>
        </dgm:presLayoutVars>
      </dgm:prSet>
      <dgm:spPr/>
    </dgm:pt>
    <dgm:pt modelId="{E9F30A37-2785-4DC0-98C8-A55FA2CF0D90}" type="pres">
      <dgm:prSet presAssocID="{E48C8014-AC93-4013-B5BA-9AE53F422D2F}" presName="sibTrans" presStyleCnt="0"/>
      <dgm:spPr/>
    </dgm:pt>
    <dgm:pt modelId="{E83ED0A3-EE45-4FBF-BEA8-DB43913EA036}" type="pres">
      <dgm:prSet presAssocID="{FBB07E31-6D31-45BA-993A-B6989ADF3FF7}" presName="compNode" presStyleCnt="0"/>
      <dgm:spPr/>
    </dgm:pt>
    <dgm:pt modelId="{5E2A315E-1264-431E-A86F-22EF3F950BF3}" type="pres">
      <dgm:prSet presAssocID="{FBB07E31-6D31-45BA-993A-B6989ADF3FF7}" presName="iconBgRect" presStyleLbl="bgShp" presStyleIdx="1" presStyleCnt="3"/>
      <dgm:spPr/>
    </dgm:pt>
    <dgm:pt modelId="{B642FC11-0C10-4F0F-BF0A-1DD322F0CAF7}" type="pres">
      <dgm:prSet presAssocID="{FBB07E31-6D31-45BA-993A-B6989ADF3FF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ingerbread Cookie"/>
        </a:ext>
      </dgm:extLst>
    </dgm:pt>
    <dgm:pt modelId="{25FA22F6-42EA-499A-8F68-5E007D0BEF56}" type="pres">
      <dgm:prSet presAssocID="{FBB07E31-6D31-45BA-993A-B6989ADF3FF7}" presName="spaceRect" presStyleCnt="0"/>
      <dgm:spPr/>
    </dgm:pt>
    <dgm:pt modelId="{25B0371F-3F19-4C70-B020-3FE3DF14F490}" type="pres">
      <dgm:prSet presAssocID="{FBB07E31-6D31-45BA-993A-B6989ADF3FF7}" presName="textRect" presStyleLbl="revTx" presStyleIdx="1" presStyleCnt="3">
        <dgm:presLayoutVars>
          <dgm:chMax val="1"/>
          <dgm:chPref val="1"/>
        </dgm:presLayoutVars>
      </dgm:prSet>
      <dgm:spPr/>
    </dgm:pt>
    <dgm:pt modelId="{FD412A06-452C-4EBB-8474-323174BDBD9E}" type="pres">
      <dgm:prSet presAssocID="{1DAC8308-FBB8-48E9-861F-A5349075FE72}" presName="sibTrans" presStyleCnt="0"/>
      <dgm:spPr/>
    </dgm:pt>
    <dgm:pt modelId="{30ACFB0B-D06D-4F01-8DC1-CF6C25A307E6}" type="pres">
      <dgm:prSet presAssocID="{04DBFA66-174D-41CC-BB97-0722FB037D8F}" presName="compNode" presStyleCnt="0"/>
      <dgm:spPr/>
    </dgm:pt>
    <dgm:pt modelId="{8C0F2374-78F7-4E5E-B0AE-B03676380BDF}" type="pres">
      <dgm:prSet presAssocID="{04DBFA66-174D-41CC-BB97-0722FB037D8F}" presName="iconBgRect" presStyleLbl="bgShp" presStyleIdx="2" presStyleCnt="3"/>
      <dgm:spPr/>
    </dgm:pt>
    <dgm:pt modelId="{4F2B5529-36EB-40D0-8B1F-5CD04EE3AEFE}" type="pres">
      <dgm:prSet presAssocID="{04DBFA66-174D-41CC-BB97-0722FB037D8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3A78D20-CF65-43C0-B2CD-02E5C9536741}" type="pres">
      <dgm:prSet presAssocID="{04DBFA66-174D-41CC-BB97-0722FB037D8F}" presName="spaceRect" presStyleCnt="0"/>
      <dgm:spPr/>
    </dgm:pt>
    <dgm:pt modelId="{8C248AB2-7D5C-47D7-B22F-357ADDA9DD8D}" type="pres">
      <dgm:prSet presAssocID="{04DBFA66-174D-41CC-BB97-0722FB037D8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05B232B-395A-400B-A833-FA333DC90305}" type="presOf" srcId="{669A78EB-C8C0-4CB1-911C-DA95703F4B40}" destId="{3551FA08-8607-4BDF-9576-63F919668CB4}" srcOrd="0" destOrd="0" presId="urn:microsoft.com/office/officeart/2018/5/layout/IconCircleLabelList"/>
    <dgm:cxn modelId="{F32C295F-9D5E-4574-A38B-41CE7DE9CEFC}" type="presOf" srcId="{5F299E33-D97A-4E5B-A745-5D9758E04D15}" destId="{0CC3943C-0A52-4E2A-91A2-9F01A1475B6D}" srcOrd="0" destOrd="0" presId="urn:microsoft.com/office/officeart/2018/5/layout/IconCircleLabelList"/>
    <dgm:cxn modelId="{012E1D65-6439-45CA-A7D8-25F7E98ADF69}" srcId="{5F299E33-D97A-4E5B-A745-5D9758E04D15}" destId="{FBB07E31-6D31-45BA-993A-B6989ADF3FF7}" srcOrd="1" destOrd="0" parTransId="{A7AFD3BB-A4B6-4A00-8F07-8715C2B51F97}" sibTransId="{1DAC8308-FBB8-48E9-861F-A5349075FE72}"/>
    <dgm:cxn modelId="{0ED7C86C-4B97-4200-A8D0-E4BA2410F88A}" srcId="{5F299E33-D97A-4E5B-A745-5D9758E04D15}" destId="{669A78EB-C8C0-4CB1-911C-DA95703F4B40}" srcOrd="0" destOrd="0" parTransId="{3AF63691-BB89-4B61-B7F6-5D5AEF518658}" sibTransId="{E48C8014-AC93-4013-B5BA-9AE53F422D2F}"/>
    <dgm:cxn modelId="{38A9B58D-74E1-4AFE-B48C-42ED94E47FC4}" srcId="{5F299E33-D97A-4E5B-A745-5D9758E04D15}" destId="{04DBFA66-174D-41CC-BB97-0722FB037D8F}" srcOrd="2" destOrd="0" parTransId="{AC09F195-C1B9-458E-8E2A-A1FF382C91C5}" sibTransId="{5E4CC518-3549-4853-B717-50D06FD97E65}"/>
    <dgm:cxn modelId="{84D054A0-24D1-46BE-A56A-1E855BB92430}" type="presOf" srcId="{04DBFA66-174D-41CC-BB97-0722FB037D8F}" destId="{8C248AB2-7D5C-47D7-B22F-357ADDA9DD8D}" srcOrd="0" destOrd="0" presId="urn:microsoft.com/office/officeart/2018/5/layout/IconCircleLabelList"/>
    <dgm:cxn modelId="{5822A3CF-4FA8-4EB3-B290-21A9AFCD0B87}" type="presOf" srcId="{FBB07E31-6D31-45BA-993A-B6989ADF3FF7}" destId="{25B0371F-3F19-4C70-B020-3FE3DF14F490}" srcOrd="0" destOrd="0" presId="urn:microsoft.com/office/officeart/2018/5/layout/IconCircleLabelList"/>
    <dgm:cxn modelId="{A40A95CB-5C45-470D-8D5D-B309781A86D9}" type="presParOf" srcId="{0CC3943C-0A52-4E2A-91A2-9F01A1475B6D}" destId="{C0938DBA-71B3-4EC8-A340-45CE8A713392}" srcOrd="0" destOrd="0" presId="urn:microsoft.com/office/officeart/2018/5/layout/IconCircleLabelList"/>
    <dgm:cxn modelId="{2C9C58B9-3F4F-48A1-B0E0-74E70C858C5C}" type="presParOf" srcId="{C0938DBA-71B3-4EC8-A340-45CE8A713392}" destId="{37880C19-8453-4F4B-A1DD-D99C66393223}" srcOrd="0" destOrd="0" presId="urn:microsoft.com/office/officeart/2018/5/layout/IconCircleLabelList"/>
    <dgm:cxn modelId="{D51243E6-6BDF-44F0-BEA2-8CB568C166E0}" type="presParOf" srcId="{C0938DBA-71B3-4EC8-A340-45CE8A713392}" destId="{B7EA6432-DFCD-43F2-9D81-A2A2D15DC5BF}" srcOrd="1" destOrd="0" presId="urn:microsoft.com/office/officeart/2018/5/layout/IconCircleLabelList"/>
    <dgm:cxn modelId="{66B2A8B5-4489-48B9-8BC1-5AAF1354749B}" type="presParOf" srcId="{C0938DBA-71B3-4EC8-A340-45CE8A713392}" destId="{7F8B5F98-1017-4E35-B455-F194CE8BA4DD}" srcOrd="2" destOrd="0" presId="urn:microsoft.com/office/officeart/2018/5/layout/IconCircleLabelList"/>
    <dgm:cxn modelId="{2E0CDBAB-6975-40DC-A1ED-AA6F9263B55C}" type="presParOf" srcId="{C0938DBA-71B3-4EC8-A340-45CE8A713392}" destId="{3551FA08-8607-4BDF-9576-63F919668CB4}" srcOrd="3" destOrd="0" presId="urn:microsoft.com/office/officeart/2018/5/layout/IconCircleLabelList"/>
    <dgm:cxn modelId="{31EA38F9-6E76-407D-BC05-F81153693173}" type="presParOf" srcId="{0CC3943C-0A52-4E2A-91A2-9F01A1475B6D}" destId="{E9F30A37-2785-4DC0-98C8-A55FA2CF0D90}" srcOrd="1" destOrd="0" presId="urn:microsoft.com/office/officeart/2018/5/layout/IconCircleLabelList"/>
    <dgm:cxn modelId="{340C5A1F-B99C-48E5-8356-33BA9F6324C8}" type="presParOf" srcId="{0CC3943C-0A52-4E2A-91A2-9F01A1475B6D}" destId="{E83ED0A3-EE45-4FBF-BEA8-DB43913EA036}" srcOrd="2" destOrd="0" presId="urn:microsoft.com/office/officeart/2018/5/layout/IconCircleLabelList"/>
    <dgm:cxn modelId="{B0E5F199-C527-4939-9ADD-C617E6A98F1D}" type="presParOf" srcId="{E83ED0A3-EE45-4FBF-BEA8-DB43913EA036}" destId="{5E2A315E-1264-431E-A86F-22EF3F950BF3}" srcOrd="0" destOrd="0" presId="urn:microsoft.com/office/officeart/2018/5/layout/IconCircleLabelList"/>
    <dgm:cxn modelId="{02322155-9DBB-48A1-95E1-85D71C17F6CF}" type="presParOf" srcId="{E83ED0A3-EE45-4FBF-BEA8-DB43913EA036}" destId="{B642FC11-0C10-4F0F-BF0A-1DD322F0CAF7}" srcOrd="1" destOrd="0" presId="urn:microsoft.com/office/officeart/2018/5/layout/IconCircleLabelList"/>
    <dgm:cxn modelId="{031947A0-8530-45EA-81D4-4B0F31A7641D}" type="presParOf" srcId="{E83ED0A3-EE45-4FBF-BEA8-DB43913EA036}" destId="{25FA22F6-42EA-499A-8F68-5E007D0BEF56}" srcOrd="2" destOrd="0" presId="urn:microsoft.com/office/officeart/2018/5/layout/IconCircleLabelList"/>
    <dgm:cxn modelId="{E9FFD034-8E11-43CF-A86F-9FF281FFF273}" type="presParOf" srcId="{E83ED0A3-EE45-4FBF-BEA8-DB43913EA036}" destId="{25B0371F-3F19-4C70-B020-3FE3DF14F490}" srcOrd="3" destOrd="0" presId="urn:microsoft.com/office/officeart/2018/5/layout/IconCircleLabelList"/>
    <dgm:cxn modelId="{F43C9A75-8F17-45B7-A4C9-AAA64A6AEC4C}" type="presParOf" srcId="{0CC3943C-0A52-4E2A-91A2-9F01A1475B6D}" destId="{FD412A06-452C-4EBB-8474-323174BDBD9E}" srcOrd="3" destOrd="0" presId="urn:microsoft.com/office/officeart/2018/5/layout/IconCircleLabelList"/>
    <dgm:cxn modelId="{87265248-069C-4E2E-AD44-3DBC73FE4CDC}" type="presParOf" srcId="{0CC3943C-0A52-4E2A-91A2-9F01A1475B6D}" destId="{30ACFB0B-D06D-4F01-8DC1-CF6C25A307E6}" srcOrd="4" destOrd="0" presId="urn:microsoft.com/office/officeart/2018/5/layout/IconCircleLabelList"/>
    <dgm:cxn modelId="{43DA27CE-793F-494A-8316-EFE3F5F3F696}" type="presParOf" srcId="{30ACFB0B-D06D-4F01-8DC1-CF6C25A307E6}" destId="{8C0F2374-78F7-4E5E-B0AE-B03676380BDF}" srcOrd="0" destOrd="0" presId="urn:microsoft.com/office/officeart/2018/5/layout/IconCircleLabelList"/>
    <dgm:cxn modelId="{F1519FB6-70DD-4FA9-BB95-D581099BCB3D}" type="presParOf" srcId="{30ACFB0B-D06D-4F01-8DC1-CF6C25A307E6}" destId="{4F2B5529-36EB-40D0-8B1F-5CD04EE3AEFE}" srcOrd="1" destOrd="0" presId="urn:microsoft.com/office/officeart/2018/5/layout/IconCircleLabelList"/>
    <dgm:cxn modelId="{A6368206-0939-41F8-B0E2-9F8E48FC68AB}" type="presParOf" srcId="{30ACFB0B-D06D-4F01-8DC1-CF6C25A307E6}" destId="{13A78D20-CF65-43C0-B2CD-02E5C9536741}" srcOrd="2" destOrd="0" presId="urn:microsoft.com/office/officeart/2018/5/layout/IconCircleLabelList"/>
    <dgm:cxn modelId="{E5105F75-B61A-4E81-9C1C-D646477F76B5}" type="presParOf" srcId="{30ACFB0B-D06D-4F01-8DC1-CF6C25A307E6}" destId="{8C248AB2-7D5C-47D7-B22F-357ADDA9DD8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06A47D-03D3-44BD-9FD3-0744FD5AD82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93C906-5772-4B2B-8E2D-A29B96FB6001}">
      <dgm:prSet/>
      <dgm:spPr/>
      <dgm:t>
        <a:bodyPr/>
        <a:lstStyle/>
        <a:p>
          <a:pPr>
            <a:defRPr cap="all"/>
          </a:pPr>
          <a:r>
            <a:rPr lang="en-KE" b="1" i="0" baseline="0"/>
            <a:t>Data Sources:</a:t>
          </a:r>
          <a:r>
            <a:rPr lang="en-KE" b="0" i="0" baseline="0"/>
            <a:t> All data was manually collected (source: manual_collection) — short text samples written or transcribed directly for this project.</a:t>
          </a:r>
          <a:endParaRPr lang="en-US"/>
        </a:p>
      </dgm:t>
    </dgm:pt>
    <dgm:pt modelId="{B68F65B2-CC1A-4CFD-AE59-6B8D2D9F345E}" type="parTrans" cxnId="{724C4A77-3B0D-41AD-B7CB-B4D3AEC10FB3}">
      <dgm:prSet/>
      <dgm:spPr/>
      <dgm:t>
        <a:bodyPr/>
        <a:lstStyle/>
        <a:p>
          <a:endParaRPr lang="en-US"/>
        </a:p>
      </dgm:t>
    </dgm:pt>
    <dgm:pt modelId="{AB33A617-7296-4E56-8A3F-C3991A3A1718}" type="sibTrans" cxnId="{724C4A77-3B0D-41AD-B7CB-B4D3AEC10FB3}">
      <dgm:prSet/>
      <dgm:spPr/>
      <dgm:t>
        <a:bodyPr/>
        <a:lstStyle/>
        <a:p>
          <a:endParaRPr lang="en-US"/>
        </a:p>
      </dgm:t>
    </dgm:pt>
    <dgm:pt modelId="{AA5E7C81-0462-4034-8E90-BE91D251094B}">
      <dgm:prSet/>
      <dgm:spPr/>
      <dgm:t>
        <a:bodyPr/>
        <a:lstStyle/>
        <a:p>
          <a:pPr>
            <a:defRPr cap="all"/>
          </a:pPr>
          <a:r>
            <a:rPr lang="en-KE" b="1" i="0" baseline="0"/>
            <a:t>Dataset Requirements:</a:t>
          </a:r>
          <a:r>
            <a:rPr lang="en-KE" b="0" i="0" baseline="0"/>
            <a:t> Short sentences (1–2 sentences) with a balanced count per language.</a:t>
          </a:r>
          <a:endParaRPr lang="en-US"/>
        </a:p>
      </dgm:t>
    </dgm:pt>
    <dgm:pt modelId="{DA0EA8D3-2C22-4809-8917-0F198E005C25}" type="parTrans" cxnId="{ED07F5CC-D45F-4FEA-866E-EABEA212585C}">
      <dgm:prSet/>
      <dgm:spPr/>
      <dgm:t>
        <a:bodyPr/>
        <a:lstStyle/>
        <a:p>
          <a:endParaRPr lang="en-US"/>
        </a:p>
      </dgm:t>
    </dgm:pt>
    <dgm:pt modelId="{29A3D16D-270A-4754-A216-A53936780C5F}" type="sibTrans" cxnId="{ED07F5CC-D45F-4FEA-866E-EABEA212585C}">
      <dgm:prSet/>
      <dgm:spPr/>
      <dgm:t>
        <a:bodyPr/>
        <a:lstStyle/>
        <a:p>
          <a:endParaRPr lang="en-US"/>
        </a:p>
      </dgm:t>
    </dgm:pt>
    <dgm:pt modelId="{B4FBA18D-E26A-4BD2-89A4-76968E33B87B}">
      <dgm:prSet/>
      <dgm:spPr/>
      <dgm:t>
        <a:bodyPr/>
        <a:lstStyle/>
        <a:p>
          <a:pPr>
            <a:defRPr cap="all"/>
          </a:pPr>
          <a:r>
            <a:rPr lang="en-KE" b="1" i="0" baseline="0"/>
            <a:t>Storage:</a:t>
          </a:r>
          <a:r>
            <a:rPr lang="en-KE" b="0" i="0" baseline="0"/>
            <a:t> The final dataset is stored in CSV format.</a:t>
          </a:r>
          <a:endParaRPr lang="en-US"/>
        </a:p>
      </dgm:t>
    </dgm:pt>
    <dgm:pt modelId="{484F14B7-2AF0-466C-B0B2-52C53C310E26}" type="parTrans" cxnId="{A55A3789-0D5A-4AD1-9470-2F7175CAF2AD}">
      <dgm:prSet/>
      <dgm:spPr/>
      <dgm:t>
        <a:bodyPr/>
        <a:lstStyle/>
        <a:p>
          <a:endParaRPr lang="en-US"/>
        </a:p>
      </dgm:t>
    </dgm:pt>
    <dgm:pt modelId="{58942F60-9052-4488-A7A5-2A5C5EA9AE08}" type="sibTrans" cxnId="{A55A3789-0D5A-4AD1-9470-2F7175CAF2AD}">
      <dgm:prSet/>
      <dgm:spPr/>
      <dgm:t>
        <a:bodyPr/>
        <a:lstStyle/>
        <a:p>
          <a:endParaRPr lang="en-US"/>
        </a:p>
      </dgm:t>
    </dgm:pt>
    <dgm:pt modelId="{9C5341E5-245B-45B7-B5B3-5E77AB4490DA}">
      <dgm:prSet/>
      <dgm:spPr/>
      <dgm:t>
        <a:bodyPr/>
        <a:lstStyle/>
        <a:p>
          <a:pPr>
            <a:defRPr cap="all"/>
          </a:pPr>
          <a:r>
            <a:rPr lang="en-KE" b="1" i="0" baseline="0"/>
            <a:t>Ground Truth:</a:t>
          </a:r>
          <a:r>
            <a:rPr lang="en-KE" b="0" i="0" baseline="0"/>
            <a:t> Each sample is assigned a correct language label to serve as the "Ground Truth" for supervised learning.</a:t>
          </a:r>
          <a:endParaRPr lang="en-US"/>
        </a:p>
      </dgm:t>
    </dgm:pt>
    <dgm:pt modelId="{25E38B72-B833-4C3E-8DD5-2932C2F5D34F}" type="parTrans" cxnId="{9E90F64B-29FC-4C25-BCDA-0C124F6A186B}">
      <dgm:prSet/>
      <dgm:spPr/>
      <dgm:t>
        <a:bodyPr/>
        <a:lstStyle/>
        <a:p>
          <a:endParaRPr lang="en-US"/>
        </a:p>
      </dgm:t>
    </dgm:pt>
    <dgm:pt modelId="{9BB0B548-702D-4A84-B5A0-D32CA6C543C6}" type="sibTrans" cxnId="{9E90F64B-29FC-4C25-BCDA-0C124F6A186B}">
      <dgm:prSet/>
      <dgm:spPr/>
      <dgm:t>
        <a:bodyPr/>
        <a:lstStyle/>
        <a:p>
          <a:endParaRPr lang="en-US"/>
        </a:p>
      </dgm:t>
    </dgm:pt>
    <dgm:pt modelId="{CA17EBC4-39CE-4642-BA3B-201401A3FB0D}" type="pres">
      <dgm:prSet presAssocID="{2906A47D-03D3-44BD-9FD3-0744FD5AD82C}" presName="root" presStyleCnt="0">
        <dgm:presLayoutVars>
          <dgm:dir/>
          <dgm:resizeHandles val="exact"/>
        </dgm:presLayoutVars>
      </dgm:prSet>
      <dgm:spPr/>
    </dgm:pt>
    <dgm:pt modelId="{70D44914-A8B3-4477-BD49-125FD50AED31}" type="pres">
      <dgm:prSet presAssocID="{EA93C906-5772-4B2B-8E2D-A29B96FB6001}" presName="compNode" presStyleCnt="0"/>
      <dgm:spPr/>
    </dgm:pt>
    <dgm:pt modelId="{14A31B11-7D25-49FA-83AE-90070CCB35D8}" type="pres">
      <dgm:prSet presAssocID="{EA93C906-5772-4B2B-8E2D-A29B96FB6001}" presName="iconBgRect" presStyleLbl="bgShp" presStyleIdx="0" presStyleCnt="4"/>
      <dgm:spPr/>
    </dgm:pt>
    <dgm:pt modelId="{6F70DCC3-EBD2-4D48-AC03-9A914BD09069}" type="pres">
      <dgm:prSet presAssocID="{EA93C906-5772-4B2B-8E2D-A29B96FB60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8ABA6467-CE8C-46A5-A9BA-B30BDE668678}" type="pres">
      <dgm:prSet presAssocID="{EA93C906-5772-4B2B-8E2D-A29B96FB6001}" presName="spaceRect" presStyleCnt="0"/>
      <dgm:spPr/>
    </dgm:pt>
    <dgm:pt modelId="{B0C6E972-F89B-4849-8DD5-56AA0310A477}" type="pres">
      <dgm:prSet presAssocID="{EA93C906-5772-4B2B-8E2D-A29B96FB6001}" presName="textRect" presStyleLbl="revTx" presStyleIdx="0" presStyleCnt="4">
        <dgm:presLayoutVars>
          <dgm:chMax val="1"/>
          <dgm:chPref val="1"/>
        </dgm:presLayoutVars>
      </dgm:prSet>
      <dgm:spPr/>
    </dgm:pt>
    <dgm:pt modelId="{5BAB5DDF-9C35-4DD4-9508-F71F9A5AA161}" type="pres">
      <dgm:prSet presAssocID="{AB33A617-7296-4E56-8A3F-C3991A3A1718}" presName="sibTrans" presStyleCnt="0"/>
      <dgm:spPr/>
    </dgm:pt>
    <dgm:pt modelId="{E3CE6AAD-3FC0-4ECB-996B-5FA213BA2404}" type="pres">
      <dgm:prSet presAssocID="{AA5E7C81-0462-4034-8E90-BE91D251094B}" presName="compNode" presStyleCnt="0"/>
      <dgm:spPr/>
    </dgm:pt>
    <dgm:pt modelId="{B392817B-B71B-4642-9A32-247215637975}" type="pres">
      <dgm:prSet presAssocID="{AA5E7C81-0462-4034-8E90-BE91D251094B}" presName="iconBgRect" presStyleLbl="bgShp" presStyleIdx="1" presStyleCnt="4"/>
      <dgm:spPr/>
    </dgm:pt>
    <dgm:pt modelId="{BA85AA21-616C-4497-865F-7CA17DE5EB7D}" type="pres">
      <dgm:prSet presAssocID="{AA5E7C81-0462-4034-8E90-BE91D251094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AB8F68C7-4C27-4917-9192-3D8E900DC84C}" type="pres">
      <dgm:prSet presAssocID="{AA5E7C81-0462-4034-8E90-BE91D251094B}" presName="spaceRect" presStyleCnt="0"/>
      <dgm:spPr/>
    </dgm:pt>
    <dgm:pt modelId="{C093ACCA-7EB5-4BF3-AF91-D472B2F17803}" type="pres">
      <dgm:prSet presAssocID="{AA5E7C81-0462-4034-8E90-BE91D251094B}" presName="textRect" presStyleLbl="revTx" presStyleIdx="1" presStyleCnt="4">
        <dgm:presLayoutVars>
          <dgm:chMax val="1"/>
          <dgm:chPref val="1"/>
        </dgm:presLayoutVars>
      </dgm:prSet>
      <dgm:spPr/>
    </dgm:pt>
    <dgm:pt modelId="{650EA003-C746-4CF8-94E9-ECC85421487A}" type="pres">
      <dgm:prSet presAssocID="{29A3D16D-270A-4754-A216-A53936780C5F}" presName="sibTrans" presStyleCnt="0"/>
      <dgm:spPr/>
    </dgm:pt>
    <dgm:pt modelId="{DC6835F1-E072-4A85-9A65-476E1D1C0C26}" type="pres">
      <dgm:prSet presAssocID="{B4FBA18D-E26A-4BD2-89A4-76968E33B87B}" presName="compNode" presStyleCnt="0"/>
      <dgm:spPr/>
    </dgm:pt>
    <dgm:pt modelId="{1F858F6F-95DC-4B21-9285-235B68131FA2}" type="pres">
      <dgm:prSet presAssocID="{B4FBA18D-E26A-4BD2-89A4-76968E33B87B}" presName="iconBgRect" presStyleLbl="bgShp" presStyleIdx="2" presStyleCnt="4"/>
      <dgm:spPr/>
    </dgm:pt>
    <dgm:pt modelId="{C816DBDB-CCCD-4003-A410-7641A7543428}" type="pres">
      <dgm:prSet presAssocID="{B4FBA18D-E26A-4BD2-89A4-76968E33B87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D870D0C-D276-48EE-930A-22BF124038DE}" type="pres">
      <dgm:prSet presAssocID="{B4FBA18D-E26A-4BD2-89A4-76968E33B87B}" presName="spaceRect" presStyleCnt="0"/>
      <dgm:spPr/>
    </dgm:pt>
    <dgm:pt modelId="{CF750B61-924A-41C6-92F0-870E348207E4}" type="pres">
      <dgm:prSet presAssocID="{B4FBA18D-E26A-4BD2-89A4-76968E33B87B}" presName="textRect" presStyleLbl="revTx" presStyleIdx="2" presStyleCnt="4">
        <dgm:presLayoutVars>
          <dgm:chMax val="1"/>
          <dgm:chPref val="1"/>
        </dgm:presLayoutVars>
      </dgm:prSet>
      <dgm:spPr/>
    </dgm:pt>
    <dgm:pt modelId="{184BF1A4-9EAE-4891-9F75-261104CFCAE6}" type="pres">
      <dgm:prSet presAssocID="{58942F60-9052-4488-A7A5-2A5C5EA9AE08}" presName="sibTrans" presStyleCnt="0"/>
      <dgm:spPr/>
    </dgm:pt>
    <dgm:pt modelId="{D172F077-6B0C-4E5A-8045-2C1138EF6DFC}" type="pres">
      <dgm:prSet presAssocID="{9C5341E5-245B-45B7-B5B3-5E77AB4490DA}" presName="compNode" presStyleCnt="0"/>
      <dgm:spPr/>
    </dgm:pt>
    <dgm:pt modelId="{E2B3325E-10E4-4E05-B2F5-6751363DD97A}" type="pres">
      <dgm:prSet presAssocID="{9C5341E5-245B-45B7-B5B3-5E77AB4490DA}" presName="iconBgRect" presStyleLbl="bgShp" presStyleIdx="3" presStyleCnt="4"/>
      <dgm:spPr/>
    </dgm:pt>
    <dgm:pt modelId="{63DC7B26-5B46-4A81-AE6F-770C02D04D27}" type="pres">
      <dgm:prSet presAssocID="{9C5341E5-245B-45B7-B5B3-5E77AB4490D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97FF819E-3EF3-4077-B7D4-85A10C740859}" type="pres">
      <dgm:prSet presAssocID="{9C5341E5-245B-45B7-B5B3-5E77AB4490DA}" presName="spaceRect" presStyleCnt="0"/>
      <dgm:spPr/>
    </dgm:pt>
    <dgm:pt modelId="{B114406B-31D3-42F2-B0D3-4698D047B325}" type="pres">
      <dgm:prSet presAssocID="{9C5341E5-245B-45B7-B5B3-5E77AB4490D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B757F15-AE06-4D07-BFB9-ED9B12501F1C}" type="presOf" srcId="{B4FBA18D-E26A-4BD2-89A4-76968E33B87B}" destId="{CF750B61-924A-41C6-92F0-870E348207E4}" srcOrd="0" destOrd="0" presId="urn:microsoft.com/office/officeart/2018/5/layout/IconCircleLabelList"/>
    <dgm:cxn modelId="{F3EB1C37-DCCC-4FB7-A4A5-4CC5BACDF7A0}" type="presOf" srcId="{EA93C906-5772-4B2B-8E2D-A29B96FB6001}" destId="{B0C6E972-F89B-4849-8DD5-56AA0310A477}" srcOrd="0" destOrd="0" presId="urn:microsoft.com/office/officeart/2018/5/layout/IconCircleLabelList"/>
    <dgm:cxn modelId="{325E6669-3583-468C-8A94-92BC5017C2C8}" type="presOf" srcId="{9C5341E5-245B-45B7-B5B3-5E77AB4490DA}" destId="{B114406B-31D3-42F2-B0D3-4698D047B325}" srcOrd="0" destOrd="0" presId="urn:microsoft.com/office/officeart/2018/5/layout/IconCircleLabelList"/>
    <dgm:cxn modelId="{9E90F64B-29FC-4C25-BCDA-0C124F6A186B}" srcId="{2906A47D-03D3-44BD-9FD3-0744FD5AD82C}" destId="{9C5341E5-245B-45B7-B5B3-5E77AB4490DA}" srcOrd="3" destOrd="0" parTransId="{25E38B72-B833-4C3E-8DD5-2932C2F5D34F}" sibTransId="{9BB0B548-702D-4A84-B5A0-D32CA6C543C6}"/>
    <dgm:cxn modelId="{724C4A77-3B0D-41AD-B7CB-B4D3AEC10FB3}" srcId="{2906A47D-03D3-44BD-9FD3-0744FD5AD82C}" destId="{EA93C906-5772-4B2B-8E2D-A29B96FB6001}" srcOrd="0" destOrd="0" parTransId="{B68F65B2-CC1A-4CFD-AE59-6B8D2D9F345E}" sibTransId="{AB33A617-7296-4E56-8A3F-C3991A3A1718}"/>
    <dgm:cxn modelId="{A55A3789-0D5A-4AD1-9470-2F7175CAF2AD}" srcId="{2906A47D-03D3-44BD-9FD3-0744FD5AD82C}" destId="{B4FBA18D-E26A-4BD2-89A4-76968E33B87B}" srcOrd="2" destOrd="0" parTransId="{484F14B7-2AF0-466C-B0B2-52C53C310E26}" sibTransId="{58942F60-9052-4488-A7A5-2A5C5EA9AE08}"/>
    <dgm:cxn modelId="{0259B0A0-C23F-45C8-86F9-7CDAF9A65EB1}" type="presOf" srcId="{2906A47D-03D3-44BD-9FD3-0744FD5AD82C}" destId="{CA17EBC4-39CE-4642-BA3B-201401A3FB0D}" srcOrd="0" destOrd="0" presId="urn:microsoft.com/office/officeart/2018/5/layout/IconCircleLabelList"/>
    <dgm:cxn modelId="{ED07F5CC-D45F-4FEA-866E-EABEA212585C}" srcId="{2906A47D-03D3-44BD-9FD3-0744FD5AD82C}" destId="{AA5E7C81-0462-4034-8E90-BE91D251094B}" srcOrd="1" destOrd="0" parTransId="{DA0EA8D3-2C22-4809-8917-0F198E005C25}" sibTransId="{29A3D16D-270A-4754-A216-A53936780C5F}"/>
    <dgm:cxn modelId="{1F1C7ECF-896C-4685-B018-0D6374E87BC9}" type="presOf" srcId="{AA5E7C81-0462-4034-8E90-BE91D251094B}" destId="{C093ACCA-7EB5-4BF3-AF91-D472B2F17803}" srcOrd="0" destOrd="0" presId="urn:microsoft.com/office/officeart/2018/5/layout/IconCircleLabelList"/>
    <dgm:cxn modelId="{6E873CF4-5575-4C01-AE4B-6D9087574E41}" type="presParOf" srcId="{CA17EBC4-39CE-4642-BA3B-201401A3FB0D}" destId="{70D44914-A8B3-4477-BD49-125FD50AED31}" srcOrd="0" destOrd="0" presId="urn:microsoft.com/office/officeart/2018/5/layout/IconCircleLabelList"/>
    <dgm:cxn modelId="{BC327074-B6C9-4F90-94BD-78FB34C8F139}" type="presParOf" srcId="{70D44914-A8B3-4477-BD49-125FD50AED31}" destId="{14A31B11-7D25-49FA-83AE-90070CCB35D8}" srcOrd="0" destOrd="0" presId="urn:microsoft.com/office/officeart/2018/5/layout/IconCircleLabelList"/>
    <dgm:cxn modelId="{ACFB193B-A41E-4595-8623-586A250056FA}" type="presParOf" srcId="{70D44914-A8B3-4477-BD49-125FD50AED31}" destId="{6F70DCC3-EBD2-4D48-AC03-9A914BD09069}" srcOrd="1" destOrd="0" presId="urn:microsoft.com/office/officeart/2018/5/layout/IconCircleLabelList"/>
    <dgm:cxn modelId="{A5F2A255-42D4-4C1C-8FE8-E5494AFB5D2C}" type="presParOf" srcId="{70D44914-A8B3-4477-BD49-125FD50AED31}" destId="{8ABA6467-CE8C-46A5-A9BA-B30BDE668678}" srcOrd="2" destOrd="0" presId="urn:microsoft.com/office/officeart/2018/5/layout/IconCircleLabelList"/>
    <dgm:cxn modelId="{7AEFB097-E66A-4EAD-A184-F829D4074E91}" type="presParOf" srcId="{70D44914-A8B3-4477-BD49-125FD50AED31}" destId="{B0C6E972-F89B-4849-8DD5-56AA0310A477}" srcOrd="3" destOrd="0" presId="urn:microsoft.com/office/officeart/2018/5/layout/IconCircleLabelList"/>
    <dgm:cxn modelId="{0B384352-DB67-41DB-873A-3F94217A5BD7}" type="presParOf" srcId="{CA17EBC4-39CE-4642-BA3B-201401A3FB0D}" destId="{5BAB5DDF-9C35-4DD4-9508-F71F9A5AA161}" srcOrd="1" destOrd="0" presId="urn:microsoft.com/office/officeart/2018/5/layout/IconCircleLabelList"/>
    <dgm:cxn modelId="{4E9B0F16-F6D9-4AA7-AEB2-3B505560E095}" type="presParOf" srcId="{CA17EBC4-39CE-4642-BA3B-201401A3FB0D}" destId="{E3CE6AAD-3FC0-4ECB-996B-5FA213BA2404}" srcOrd="2" destOrd="0" presId="urn:microsoft.com/office/officeart/2018/5/layout/IconCircleLabelList"/>
    <dgm:cxn modelId="{70121A22-96B6-419B-8DE9-6B82B925C493}" type="presParOf" srcId="{E3CE6AAD-3FC0-4ECB-996B-5FA213BA2404}" destId="{B392817B-B71B-4642-9A32-247215637975}" srcOrd="0" destOrd="0" presId="urn:microsoft.com/office/officeart/2018/5/layout/IconCircleLabelList"/>
    <dgm:cxn modelId="{19BFB245-CF88-4340-A9B4-9E11D51A7ECF}" type="presParOf" srcId="{E3CE6AAD-3FC0-4ECB-996B-5FA213BA2404}" destId="{BA85AA21-616C-4497-865F-7CA17DE5EB7D}" srcOrd="1" destOrd="0" presId="urn:microsoft.com/office/officeart/2018/5/layout/IconCircleLabelList"/>
    <dgm:cxn modelId="{D224C16B-0380-4458-8E39-81A78EE460EF}" type="presParOf" srcId="{E3CE6AAD-3FC0-4ECB-996B-5FA213BA2404}" destId="{AB8F68C7-4C27-4917-9192-3D8E900DC84C}" srcOrd="2" destOrd="0" presId="urn:microsoft.com/office/officeart/2018/5/layout/IconCircleLabelList"/>
    <dgm:cxn modelId="{DF04D5AE-ADEB-49E3-B0DF-014CABABD050}" type="presParOf" srcId="{E3CE6AAD-3FC0-4ECB-996B-5FA213BA2404}" destId="{C093ACCA-7EB5-4BF3-AF91-D472B2F17803}" srcOrd="3" destOrd="0" presId="urn:microsoft.com/office/officeart/2018/5/layout/IconCircleLabelList"/>
    <dgm:cxn modelId="{926EC691-1966-46A6-BBC7-82C81E52D498}" type="presParOf" srcId="{CA17EBC4-39CE-4642-BA3B-201401A3FB0D}" destId="{650EA003-C746-4CF8-94E9-ECC85421487A}" srcOrd="3" destOrd="0" presId="urn:microsoft.com/office/officeart/2018/5/layout/IconCircleLabelList"/>
    <dgm:cxn modelId="{2AED949F-C13D-4D21-B628-666E66795D05}" type="presParOf" srcId="{CA17EBC4-39CE-4642-BA3B-201401A3FB0D}" destId="{DC6835F1-E072-4A85-9A65-476E1D1C0C26}" srcOrd="4" destOrd="0" presId="urn:microsoft.com/office/officeart/2018/5/layout/IconCircleLabelList"/>
    <dgm:cxn modelId="{32A44139-AFE5-47CC-AEAE-8C94F28E2E0A}" type="presParOf" srcId="{DC6835F1-E072-4A85-9A65-476E1D1C0C26}" destId="{1F858F6F-95DC-4B21-9285-235B68131FA2}" srcOrd="0" destOrd="0" presId="urn:microsoft.com/office/officeart/2018/5/layout/IconCircleLabelList"/>
    <dgm:cxn modelId="{CA174772-2B8E-4D16-9FE8-780912C2B02B}" type="presParOf" srcId="{DC6835F1-E072-4A85-9A65-476E1D1C0C26}" destId="{C816DBDB-CCCD-4003-A410-7641A7543428}" srcOrd="1" destOrd="0" presId="urn:microsoft.com/office/officeart/2018/5/layout/IconCircleLabelList"/>
    <dgm:cxn modelId="{DB8A6477-343A-4F14-B7FE-B5B152491565}" type="presParOf" srcId="{DC6835F1-E072-4A85-9A65-476E1D1C0C26}" destId="{0D870D0C-D276-48EE-930A-22BF124038DE}" srcOrd="2" destOrd="0" presId="urn:microsoft.com/office/officeart/2018/5/layout/IconCircleLabelList"/>
    <dgm:cxn modelId="{8A57B239-420D-4F41-84F9-27721ACD8BF3}" type="presParOf" srcId="{DC6835F1-E072-4A85-9A65-476E1D1C0C26}" destId="{CF750B61-924A-41C6-92F0-870E348207E4}" srcOrd="3" destOrd="0" presId="urn:microsoft.com/office/officeart/2018/5/layout/IconCircleLabelList"/>
    <dgm:cxn modelId="{03E482CF-4C4E-4738-9FDA-42DB54BE268E}" type="presParOf" srcId="{CA17EBC4-39CE-4642-BA3B-201401A3FB0D}" destId="{184BF1A4-9EAE-4891-9F75-261104CFCAE6}" srcOrd="5" destOrd="0" presId="urn:microsoft.com/office/officeart/2018/5/layout/IconCircleLabelList"/>
    <dgm:cxn modelId="{088FD523-D05F-4927-9ACD-DD15DE9B074E}" type="presParOf" srcId="{CA17EBC4-39CE-4642-BA3B-201401A3FB0D}" destId="{D172F077-6B0C-4E5A-8045-2C1138EF6DFC}" srcOrd="6" destOrd="0" presId="urn:microsoft.com/office/officeart/2018/5/layout/IconCircleLabelList"/>
    <dgm:cxn modelId="{1D1157CF-DC18-415A-B3C2-D0331B082B19}" type="presParOf" srcId="{D172F077-6B0C-4E5A-8045-2C1138EF6DFC}" destId="{E2B3325E-10E4-4E05-B2F5-6751363DD97A}" srcOrd="0" destOrd="0" presId="urn:microsoft.com/office/officeart/2018/5/layout/IconCircleLabelList"/>
    <dgm:cxn modelId="{AEDA8473-9BC2-476D-8E9F-5D988AF03C6B}" type="presParOf" srcId="{D172F077-6B0C-4E5A-8045-2C1138EF6DFC}" destId="{63DC7B26-5B46-4A81-AE6F-770C02D04D27}" srcOrd="1" destOrd="0" presId="urn:microsoft.com/office/officeart/2018/5/layout/IconCircleLabelList"/>
    <dgm:cxn modelId="{4DF2CA41-C942-4E0F-9074-7337A50304C6}" type="presParOf" srcId="{D172F077-6B0C-4E5A-8045-2C1138EF6DFC}" destId="{97FF819E-3EF3-4077-B7D4-85A10C740859}" srcOrd="2" destOrd="0" presId="urn:microsoft.com/office/officeart/2018/5/layout/IconCircleLabelList"/>
    <dgm:cxn modelId="{58ECAFC3-7504-4E26-95A7-BB8B4AC96057}" type="presParOf" srcId="{D172F077-6B0C-4E5A-8045-2C1138EF6DFC}" destId="{B114406B-31D3-42F2-B0D3-4698D047B32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302A83-4C2E-4174-B8E7-ACBAA43F98A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974143-5BD7-4F10-9575-950EB9AB1E91}">
      <dgm:prSet/>
      <dgm:spPr/>
      <dgm:t>
        <a:bodyPr/>
        <a:lstStyle/>
        <a:p>
          <a:r>
            <a:rPr lang="en-KE" b="1" i="0" baseline="0"/>
            <a:t>Total Samples:</a:t>
          </a:r>
          <a:r>
            <a:rPr lang="en-KE" b="0" i="0" baseline="0"/>
            <a:t> 1,055 unique sentences.</a:t>
          </a:r>
          <a:endParaRPr lang="en-US"/>
        </a:p>
      </dgm:t>
    </dgm:pt>
    <dgm:pt modelId="{78BB5836-73D8-40EA-9FF5-66ABF746454D}" type="parTrans" cxnId="{A9969454-7839-4F78-8464-034237DE3E2A}">
      <dgm:prSet/>
      <dgm:spPr/>
      <dgm:t>
        <a:bodyPr/>
        <a:lstStyle/>
        <a:p>
          <a:endParaRPr lang="en-US"/>
        </a:p>
      </dgm:t>
    </dgm:pt>
    <dgm:pt modelId="{159FBBC5-FB4F-4DFB-9EBE-5F0A2F78AABC}" type="sibTrans" cxnId="{A9969454-7839-4F78-8464-034237DE3E2A}">
      <dgm:prSet/>
      <dgm:spPr/>
      <dgm:t>
        <a:bodyPr/>
        <a:lstStyle/>
        <a:p>
          <a:endParaRPr lang="en-US"/>
        </a:p>
      </dgm:t>
    </dgm:pt>
    <dgm:pt modelId="{60B44CFB-8D5A-46E7-B853-22DA4B678C0B}">
      <dgm:prSet/>
      <dgm:spPr/>
      <dgm:t>
        <a:bodyPr/>
        <a:lstStyle/>
        <a:p>
          <a:r>
            <a:rPr lang="en-KE" b="1" i="0" baseline="0"/>
            <a:t>Language Distribution:</a:t>
          </a:r>
          <a:endParaRPr lang="en-US"/>
        </a:p>
      </dgm:t>
    </dgm:pt>
    <dgm:pt modelId="{4789E3DF-896A-44C3-8AF9-C97EBB45A8D5}" type="parTrans" cxnId="{413D2B9D-BDB0-48BE-9F30-1FA0BFA7C949}">
      <dgm:prSet/>
      <dgm:spPr/>
      <dgm:t>
        <a:bodyPr/>
        <a:lstStyle/>
        <a:p>
          <a:endParaRPr lang="en-US"/>
        </a:p>
      </dgm:t>
    </dgm:pt>
    <dgm:pt modelId="{A4AA45F5-C714-448C-89AC-385A1FBFFFC3}" type="sibTrans" cxnId="{413D2B9D-BDB0-48BE-9F30-1FA0BFA7C949}">
      <dgm:prSet/>
      <dgm:spPr/>
      <dgm:t>
        <a:bodyPr/>
        <a:lstStyle/>
        <a:p>
          <a:endParaRPr lang="en-US"/>
        </a:p>
      </dgm:t>
    </dgm:pt>
    <dgm:pt modelId="{08A20378-E7DD-4735-BAF7-9D3E30FF86EB}">
      <dgm:prSet/>
      <dgm:spPr/>
      <dgm:t>
        <a:bodyPr/>
        <a:lstStyle/>
        <a:p>
          <a:r>
            <a:rPr lang="en-KE" b="1" i="0" baseline="0"/>
            <a:t>Lubukusu:</a:t>
          </a:r>
          <a:r>
            <a:rPr lang="en-KE" b="0" i="0" baseline="0"/>
            <a:t> 279 samples (26.4%).</a:t>
          </a:r>
          <a:endParaRPr lang="en-US"/>
        </a:p>
      </dgm:t>
    </dgm:pt>
    <dgm:pt modelId="{4D5AA293-03A8-4745-BB22-10C23CC0DA01}" type="parTrans" cxnId="{FD8BDCC0-0779-4C85-80EC-6E005594564E}">
      <dgm:prSet/>
      <dgm:spPr/>
      <dgm:t>
        <a:bodyPr/>
        <a:lstStyle/>
        <a:p>
          <a:endParaRPr lang="en-US"/>
        </a:p>
      </dgm:t>
    </dgm:pt>
    <dgm:pt modelId="{B0F91B0A-D968-40A4-B94F-DD53B15A8F40}" type="sibTrans" cxnId="{FD8BDCC0-0779-4C85-80EC-6E005594564E}">
      <dgm:prSet/>
      <dgm:spPr/>
      <dgm:t>
        <a:bodyPr/>
        <a:lstStyle/>
        <a:p>
          <a:endParaRPr lang="en-US"/>
        </a:p>
      </dgm:t>
    </dgm:pt>
    <dgm:pt modelId="{3866B0CA-5216-4A88-9082-CE7AD97A1D98}">
      <dgm:prSet/>
      <dgm:spPr/>
      <dgm:t>
        <a:bodyPr/>
        <a:lstStyle/>
        <a:p>
          <a:r>
            <a:rPr lang="en-KE" b="1" i="0" baseline="0"/>
            <a:t>Sheng:</a:t>
          </a:r>
          <a:r>
            <a:rPr lang="en-KE" b="0" i="0" baseline="0"/>
            <a:t> 270 samples (25.6%).</a:t>
          </a:r>
          <a:endParaRPr lang="en-US"/>
        </a:p>
      </dgm:t>
    </dgm:pt>
    <dgm:pt modelId="{61EA1BE0-0552-4221-A749-4F644643DBD6}" type="parTrans" cxnId="{8D69C4C7-630A-4F60-BAE3-93DB72C9628D}">
      <dgm:prSet/>
      <dgm:spPr/>
      <dgm:t>
        <a:bodyPr/>
        <a:lstStyle/>
        <a:p>
          <a:endParaRPr lang="en-US"/>
        </a:p>
      </dgm:t>
    </dgm:pt>
    <dgm:pt modelId="{48A7E969-7016-42F8-A7BA-92ED6592B2E9}" type="sibTrans" cxnId="{8D69C4C7-630A-4F60-BAE3-93DB72C9628D}">
      <dgm:prSet/>
      <dgm:spPr/>
      <dgm:t>
        <a:bodyPr/>
        <a:lstStyle/>
        <a:p>
          <a:endParaRPr lang="en-US"/>
        </a:p>
      </dgm:t>
    </dgm:pt>
    <dgm:pt modelId="{94406D85-547C-425B-8E03-E842AA962576}">
      <dgm:prSet/>
      <dgm:spPr/>
      <dgm:t>
        <a:bodyPr/>
        <a:lstStyle/>
        <a:p>
          <a:r>
            <a:rPr lang="en-KE" b="1" i="0" baseline="0"/>
            <a:t>English:</a:t>
          </a:r>
          <a:r>
            <a:rPr lang="en-KE" b="0" i="0" baseline="0"/>
            <a:t> 264 samples (25.0%).</a:t>
          </a:r>
          <a:endParaRPr lang="en-US"/>
        </a:p>
      </dgm:t>
    </dgm:pt>
    <dgm:pt modelId="{1ACE96E0-C7C4-43D6-9BE8-12A4C77E8BA3}" type="parTrans" cxnId="{AF6A21B6-9971-4983-BE69-7AB36735AEBF}">
      <dgm:prSet/>
      <dgm:spPr/>
      <dgm:t>
        <a:bodyPr/>
        <a:lstStyle/>
        <a:p>
          <a:endParaRPr lang="en-US"/>
        </a:p>
      </dgm:t>
    </dgm:pt>
    <dgm:pt modelId="{A2FA25EB-0056-404F-B199-320A683811F0}" type="sibTrans" cxnId="{AF6A21B6-9971-4983-BE69-7AB36735AEBF}">
      <dgm:prSet/>
      <dgm:spPr/>
      <dgm:t>
        <a:bodyPr/>
        <a:lstStyle/>
        <a:p>
          <a:endParaRPr lang="en-US"/>
        </a:p>
      </dgm:t>
    </dgm:pt>
    <dgm:pt modelId="{BD174E4E-011A-4118-B75C-1305AD5029A9}">
      <dgm:prSet/>
      <dgm:spPr/>
      <dgm:t>
        <a:bodyPr/>
        <a:lstStyle/>
        <a:p>
          <a:r>
            <a:rPr lang="en-KE" b="1" i="0" baseline="0"/>
            <a:t>Swahili:</a:t>
          </a:r>
          <a:r>
            <a:rPr lang="en-KE" b="0" i="0" baseline="0"/>
            <a:t> 242 samples (22.9%).</a:t>
          </a:r>
          <a:endParaRPr lang="en-US"/>
        </a:p>
      </dgm:t>
    </dgm:pt>
    <dgm:pt modelId="{2B1B6D11-64DB-4C6B-BE0B-6CA605997A02}" type="parTrans" cxnId="{53FBD86E-C072-4DF3-9DB9-FE9B2B8C1BFD}">
      <dgm:prSet/>
      <dgm:spPr/>
      <dgm:t>
        <a:bodyPr/>
        <a:lstStyle/>
        <a:p>
          <a:endParaRPr lang="en-US"/>
        </a:p>
      </dgm:t>
    </dgm:pt>
    <dgm:pt modelId="{0044D7AD-BB65-4847-A964-C05FE3E5A053}" type="sibTrans" cxnId="{53FBD86E-C072-4DF3-9DB9-FE9B2B8C1BFD}">
      <dgm:prSet/>
      <dgm:spPr/>
      <dgm:t>
        <a:bodyPr/>
        <a:lstStyle/>
        <a:p>
          <a:endParaRPr lang="en-US"/>
        </a:p>
      </dgm:t>
    </dgm:pt>
    <dgm:pt modelId="{63835643-B0E7-44C4-A028-47BF6AD392BF}" type="pres">
      <dgm:prSet presAssocID="{E2302A83-4C2E-4174-B8E7-ACBAA43F98A6}" presName="vert0" presStyleCnt="0">
        <dgm:presLayoutVars>
          <dgm:dir/>
          <dgm:animOne val="branch"/>
          <dgm:animLvl val="lvl"/>
        </dgm:presLayoutVars>
      </dgm:prSet>
      <dgm:spPr/>
    </dgm:pt>
    <dgm:pt modelId="{E401AD13-7BF3-4709-AC20-77DCB1D4FC4A}" type="pres">
      <dgm:prSet presAssocID="{80974143-5BD7-4F10-9575-950EB9AB1E91}" presName="thickLine" presStyleLbl="alignNode1" presStyleIdx="0" presStyleCnt="6"/>
      <dgm:spPr/>
    </dgm:pt>
    <dgm:pt modelId="{BBD7B35E-2EC9-4CB3-8C13-F2139944C59A}" type="pres">
      <dgm:prSet presAssocID="{80974143-5BD7-4F10-9575-950EB9AB1E91}" presName="horz1" presStyleCnt="0"/>
      <dgm:spPr/>
    </dgm:pt>
    <dgm:pt modelId="{86C90107-3E8F-4DB4-A7C3-5007E835A4E3}" type="pres">
      <dgm:prSet presAssocID="{80974143-5BD7-4F10-9575-950EB9AB1E91}" presName="tx1" presStyleLbl="revTx" presStyleIdx="0" presStyleCnt="6"/>
      <dgm:spPr/>
    </dgm:pt>
    <dgm:pt modelId="{F52FEC3B-7B56-4368-9655-89FA19BDA9F8}" type="pres">
      <dgm:prSet presAssocID="{80974143-5BD7-4F10-9575-950EB9AB1E91}" presName="vert1" presStyleCnt="0"/>
      <dgm:spPr/>
    </dgm:pt>
    <dgm:pt modelId="{AD9D4BD3-5E88-4424-A355-B1E23B5F1E16}" type="pres">
      <dgm:prSet presAssocID="{60B44CFB-8D5A-46E7-B853-22DA4B678C0B}" presName="thickLine" presStyleLbl="alignNode1" presStyleIdx="1" presStyleCnt="6"/>
      <dgm:spPr/>
    </dgm:pt>
    <dgm:pt modelId="{E11F0C56-EF66-46BB-A371-819814B07529}" type="pres">
      <dgm:prSet presAssocID="{60B44CFB-8D5A-46E7-B853-22DA4B678C0B}" presName="horz1" presStyleCnt="0"/>
      <dgm:spPr/>
    </dgm:pt>
    <dgm:pt modelId="{97A5191A-24B9-4478-8A11-C8520C7728F3}" type="pres">
      <dgm:prSet presAssocID="{60B44CFB-8D5A-46E7-B853-22DA4B678C0B}" presName="tx1" presStyleLbl="revTx" presStyleIdx="1" presStyleCnt="6"/>
      <dgm:spPr/>
    </dgm:pt>
    <dgm:pt modelId="{EE3AFDFA-F207-4D2E-9664-5E06C33F79DA}" type="pres">
      <dgm:prSet presAssocID="{60B44CFB-8D5A-46E7-B853-22DA4B678C0B}" presName="vert1" presStyleCnt="0"/>
      <dgm:spPr/>
    </dgm:pt>
    <dgm:pt modelId="{8A76E3A9-0DB7-46A0-87A1-F3EAF01E7E11}" type="pres">
      <dgm:prSet presAssocID="{08A20378-E7DD-4735-BAF7-9D3E30FF86EB}" presName="thickLine" presStyleLbl="alignNode1" presStyleIdx="2" presStyleCnt="6"/>
      <dgm:spPr/>
    </dgm:pt>
    <dgm:pt modelId="{A8F316B1-D492-40D4-B6D0-106D02B68D5C}" type="pres">
      <dgm:prSet presAssocID="{08A20378-E7DD-4735-BAF7-9D3E30FF86EB}" presName="horz1" presStyleCnt="0"/>
      <dgm:spPr/>
    </dgm:pt>
    <dgm:pt modelId="{9ABB7510-D79C-4D02-A396-89B7A39BF019}" type="pres">
      <dgm:prSet presAssocID="{08A20378-E7DD-4735-BAF7-9D3E30FF86EB}" presName="tx1" presStyleLbl="revTx" presStyleIdx="2" presStyleCnt="6"/>
      <dgm:spPr/>
    </dgm:pt>
    <dgm:pt modelId="{114B28F9-0EF4-44B1-BD41-5051F71CB1E1}" type="pres">
      <dgm:prSet presAssocID="{08A20378-E7DD-4735-BAF7-9D3E30FF86EB}" presName="vert1" presStyleCnt="0"/>
      <dgm:spPr/>
    </dgm:pt>
    <dgm:pt modelId="{8CBAE5A2-35B6-4D07-8BA0-554AD468D29D}" type="pres">
      <dgm:prSet presAssocID="{3866B0CA-5216-4A88-9082-CE7AD97A1D98}" presName="thickLine" presStyleLbl="alignNode1" presStyleIdx="3" presStyleCnt="6"/>
      <dgm:spPr/>
    </dgm:pt>
    <dgm:pt modelId="{2EB2EEB6-8348-4CF6-AB7A-0691027C0F67}" type="pres">
      <dgm:prSet presAssocID="{3866B0CA-5216-4A88-9082-CE7AD97A1D98}" presName="horz1" presStyleCnt="0"/>
      <dgm:spPr/>
    </dgm:pt>
    <dgm:pt modelId="{AB4B2B52-BBC4-48E2-9FD9-6D789B21CDE2}" type="pres">
      <dgm:prSet presAssocID="{3866B0CA-5216-4A88-9082-CE7AD97A1D98}" presName="tx1" presStyleLbl="revTx" presStyleIdx="3" presStyleCnt="6"/>
      <dgm:spPr/>
    </dgm:pt>
    <dgm:pt modelId="{6484B21C-1526-4D9D-8EA8-223F67A75A86}" type="pres">
      <dgm:prSet presAssocID="{3866B0CA-5216-4A88-9082-CE7AD97A1D98}" presName="vert1" presStyleCnt="0"/>
      <dgm:spPr/>
    </dgm:pt>
    <dgm:pt modelId="{414E2C91-1AFA-4496-9DEE-9252396D8060}" type="pres">
      <dgm:prSet presAssocID="{94406D85-547C-425B-8E03-E842AA962576}" presName="thickLine" presStyleLbl="alignNode1" presStyleIdx="4" presStyleCnt="6"/>
      <dgm:spPr/>
    </dgm:pt>
    <dgm:pt modelId="{1BD1B9C8-CE28-4AA3-97C4-1D627067941F}" type="pres">
      <dgm:prSet presAssocID="{94406D85-547C-425B-8E03-E842AA962576}" presName="horz1" presStyleCnt="0"/>
      <dgm:spPr/>
    </dgm:pt>
    <dgm:pt modelId="{26BD5838-E27A-4BE6-B275-FD2A2B3CA1E8}" type="pres">
      <dgm:prSet presAssocID="{94406D85-547C-425B-8E03-E842AA962576}" presName="tx1" presStyleLbl="revTx" presStyleIdx="4" presStyleCnt="6"/>
      <dgm:spPr/>
    </dgm:pt>
    <dgm:pt modelId="{745BED22-BD7A-4CA3-8DB6-684843A230BA}" type="pres">
      <dgm:prSet presAssocID="{94406D85-547C-425B-8E03-E842AA962576}" presName="vert1" presStyleCnt="0"/>
      <dgm:spPr/>
    </dgm:pt>
    <dgm:pt modelId="{B4171350-66E0-43AE-9A31-8CB8CDECBD38}" type="pres">
      <dgm:prSet presAssocID="{BD174E4E-011A-4118-B75C-1305AD5029A9}" presName="thickLine" presStyleLbl="alignNode1" presStyleIdx="5" presStyleCnt="6"/>
      <dgm:spPr/>
    </dgm:pt>
    <dgm:pt modelId="{0E016083-1935-4E58-A12A-E336AEF55D2A}" type="pres">
      <dgm:prSet presAssocID="{BD174E4E-011A-4118-B75C-1305AD5029A9}" presName="horz1" presStyleCnt="0"/>
      <dgm:spPr/>
    </dgm:pt>
    <dgm:pt modelId="{4FCC632F-0A0E-43DA-A4F8-21C5FED7797B}" type="pres">
      <dgm:prSet presAssocID="{BD174E4E-011A-4118-B75C-1305AD5029A9}" presName="tx1" presStyleLbl="revTx" presStyleIdx="5" presStyleCnt="6"/>
      <dgm:spPr/>
    </dgm:pt>
    <dgm:pt modelId="{E890C4E5-CF1E-464D-BB7A-537F1FDE202A}" type="pres">
      <dgm:prSet presAssocID="{BD174E4E-011A-4118-B75C-1305AD5029A9}" presName="vert1" presStyleCnt="0"/>
      <dgm:spPr/>
    </dgm:pt>
  </dgm:ptLst>
  <dgm:cxnLst>
    <dgm:cxn modelId="{52D93701-5125-4147-84DF-D13DDA7A9E33}" type="presOf" srcId="{60B44CFB-8D5A-46E7-B853-22DA4B678C0B}" destId="{97A5191A-24B9-4478-8A11-C8520C7728F3}" srcOrd="0" destOrd="0" presId="urn:microsoft.com/office/officeart/2008/layout/LinedList"/>
    <dgm:cxn modelId="{A0B22020-CA9E-489E-A21E-E12E4B863439}" type="presOf" srcId="{BD174E4E-011A-4118-B75C-1305AD5029A9}" destId="{4FCC632F-0A0E-43DA-A4F8-21C5FED7797B}" srcOrd="0" destOrd="0" presId="urn:microsoft.com/office/officeart/2008/layout/LinedList"/>
    <dgm:cxn modelId="{A2436E3F-3878-4C3A-B173-E90989093947}" type="presOf" srcId="{94406D85-547C-425B-8E03-E842AA962576}" destId="{26BD5838-E27A-4BE6-B275-FD2A2B3CA1E8}" srcOrd="0" destOrd="0" presId="urn:microsoft.com/office/officeart/2008/layout/LinedList"/>
    <dgm:cxn modelId="{A5E4E464-2B6B-405B-9203-10A3BF17ACE9}" type="presOf" srcId="{08A20378-E7DD-4735-BAF7-9D3E30FF86EB}" destId="{9ABB7510-D79C-4D02-A396-89B7A39BF019}" srcOrd="0" destOrd="0" presId="urn:microsoft.com/office/officeart/2008/layout/LinedList"/>
    <dgm:cxn modelId="{53FBD86E-C072-4DF3-9DB9-FE9B2B8C1BFD}" srcId="{E2302A83-4C2E-4174-B8E7-ACBAA43F98A6}" destId="{BD174E4E-011A-4118-B75C-1305AD5029A9}" srcOrd="5" destOrd="0" parTransId="{2B1B6D11-64DB-4C6B-BE0B-6CA605997A02}" sibTransId="{0044D7AD-BB65-4847-A964-C05FE3E5A053}"/>
    <dgm:cxn modelId="{A9969454-7839-4F78-8464-034237DE3E2A}" srcId="{E2302A83-4C2E-4174-B8E7-ACBAA43F98A6}" destId="{80974143-5BD7-4F10-9575-950EB9AB1E91}" srcOrd="0" destOrd="0" parTransId="{78BB5836-73D8-40EA-9FF5-66ABF746454D}" sibTransId="{159FBBC5-FB4F-4DFB-9EBE-5F0A2F78AABC}"/>
    <dgm:cxn modelId="{AD8DC357-A53F-42B8-AE07-11CADDA82FE7}" type="presOf" srcId="{80974143-5BD7-4F10-9575-950EB9AB1E91}" destId="{86C90107-3E8F-4DB4-A7C3-5007E835A4E3}" srcOrd="0" destOrd="0" presId="urn:microsoft.com/office/officeart/2008/layout/LinedList"/>
    <dgm:cxn modelId="{E232E958-BCC4-40A0-A682-EA9A8754DFA1}" type="presOf" srcId="{3866B0CA-5216-4A88-9082-CE7AD97A1D98}" destId="{AB4B2B52-BBC4-48E2-9FD9-6D789B21CDE2}" srcOrd="0" destOrd="0" presId="urn:microsoft.com/office/officeart/2008/layout/LinedList"/>
    <dgm:cxn modelId="{413D2B9D-BDB0-48BE-9F30-1FA0BFA7C949}" srcId="{E2302A83-4C2E-4174-B8E7-ACBAA43F98A6}" destId="{60B44CFB-8D5A-46E7-B853-22DA4B678C0B}" srcOrd="1" destOrd="0" parTransId="{4789E3DF-896A-44C3-8AF9-C97EBB45A8D5}" sibTransId="{A4AA45F5-C714-448C-89AC-385A1FBFFFC3}"/>
    <dgm:cxn modelId="{AF6A21B6-9971-4983-BE69-7AB36735AEBF}" srcId="{E2302A83-4C2E-4174-B8E7-ACBAA43F98A6}" destId="{94406D85-547C-425B-8E03-E842AA962576}" srcOrd="4" destOrd="0" parTransId="{1ACE96E0-C7C4-43D6-9BE8-12A4C77E8BA3}" sibTransId="{A2FA25EB-0056-404F-B199-320A683811F0}"/>
    <dgm:cxn modelId="{FD8BDCC0-0779-4C85-80EC-6E005594564E}" srcId="{E2302A83-4C2E-4174-B8E7-ACBAA43F98A6}" destId="{08A20378-E7DD-4735-BAF7-9D3E30FF86EB}" srcOrd="2" destOrd="0" parTransId="{4D5AA293-03A8-4745-BB22-10C23CC0DA01}" sibTransId="{B0F91B0A-D968-40A4-B94F-DD53B15A8F40}"/>
    <dgm:cxn modelId="{8D69C4C7-630A-4F60-BAE3-93DB72C9628D}" srcId="{E2302A83-4C2E-4174-B8E7-ACBAA43F98A6}" destId="{3866B0CA-5216-4A88-9082-CE7AD97A1D98}" srcOrd="3" destOrd="0" parTransId="{61EA1BE0-0552-4221-A749-4F644643DBD6}" sibTransId="{48A7E969-7016-42F8-A7BA-92ED6592B2E9}"/>
    <dgm:cxn modelId="{1882E2E4-65A6-4C3D-B71F-BBF163F665E3}" type="presOf" srcId="{E2302A83-4C2E-4174-B8E7-ACBAA43F98A6}" destId="{63835643-B0E7-44C4-A028-47BF6AD392BF}" srcOrd="0" destOrd="0" presId="urn:microsoft.com/office/officeart/2008/layout/LinedList"/>
    <dgm:cxn modelId="{4F60105E-360E-4527-8200-7A8D9381BD21}" type="presParOf" srcId="{63835643-B0E7-44C4-A028-47BF6AD392BF}" destId="{E401AD13-7BF3-4709-AC20-77DCB1D4FC4A}" srcOrd="0" destOrd="0" presId="urn:microsoft.com/office/officeart/2008/layout/LinedList"/>
    <dgm:cxn modelId="{F8E8AB49-A245-4470-8938-E391CA7A5D0E}" type="presParOf" srcId="{63835643-B0E7-44C4-A028-47BF6AD392BF}" destId="{BBD7B35E-2EC9-4CB3-8C13-F2139944C59A}" srcOrd="1" destOrd="0" presId="urn:microsoft.com/office/officeart/2008/layout/LinedList"/>
    <dgm:cxn modelId="{78171DD4-8CDB-4F82-95CA-7F0CA63EF945}" type="presParOf" srcId="{BBD7B35E-2EC9-4CB3-8C13-F2139944C59A}" destId="{86C90107-3E8F-4DB4-A7C3-5007E835A4E3}" srcOrd="0" destOrd="0" presId="urn:microsoft.com/office/officeart/2008/layout/LinedList"/>
    <dgm:cxn modelId="{3CD06C9B-5432-40C2-8836-962D1A1603C3}" type="presParOf" srcId="{BBD7B35E-2EC9-4CB3-8C13-F2139944C59A}" destId="{F52FEC3B-7B56-4368-9655-89FA19BDA9F8}" srcOrd="1" destOrd="0" presId="urn:microsoft.com/office/officeart/2008/layout/LinedList"/>
    <dgm:cxn modelId="{49812F90-C05E-4F86-833D-79B577CCF814}" type="presParOf" srcId="{63835643-B0E7-44C4-A028-47BF6AD392BF}" destId="{AD9D4BD3-5E88-4424-A355-B1E23B5F1E16}" srcOrd="2" destOrd="0" presId="urn:microsoft.com/office/officeart/2008/layout/LinedList"/>
    <dgm:cxn modelId="{8A9F772B-774C-446A-A359-681BAD61000B}" type="presParOf" srcId="{63835643-B0E7-44C4-A028-47BF6AD392BF}" destId="{E11F0C56-EF66-46BB-A371-819814B07529}" srcOrd="3" destOrd="0" presId="urn:microsoft.com/office/officeart/2008/layout/LinedList"/>
    <dgm:cxn modelId="{5F29ECE7-57EA-4C61-9F16-E5FD75F1AEA6}" type="presParOf" srcId="{E11F0C56-EF66-46BB-A371-819814B07529}" destId="{97A5191A-24B9-4478-8A11-C8520C7728F3}" srcOrd="0" destOrd="0" presId="urn:microsoft.com/office/officeart/2008/layout/LinedList"/>
    <dgm:cxn modelId="{508D7E22-6A2C-4369-A3C6-DB50380CA1BE}" type="presParOf" srcId="{E11F0C56-EF66-46BB-A371-819814B07529}" destId="{EE3AFDFA-F207-4D2E-9664-5E06C33F79DA}" srcOrd="1" destOrd="0" presId="urn:microsoft.com/office/officeart/2008/layout/LinedList"/>
    <dgm:cxn modelId="{7145C344-2A03-4FA3-9A70-625DA9C6DDAD}" type="presParOf" srcId="{63835643-B0E7-44C4-A028-47BF6AD392BF}" destId="{8A76E3A9-0DB7-46A0-87A1-F3EAF01E7E11}" srcOrd="4" destOrd="0" presId="urn:microsoft.com/office/officeart/2008/layout/LinedList"/>
    <dgm:cxn modelId="{745555B8-3CA8-41F9-A16E-3A5CCA6B66C1}" type="presParOf" srcId="{63835643-B0E7-44C4-A028-47BF6AD392BF}" destId="{A8F316B1-D492-40D4-B6D0-106D02B68D5C}" srcOrd="5" destOrd="0" presId="urn:microsoft.com/office/officeart/2008/layout/LinedList"/>
    <dgm:cxn modelId="{C4DBAD9B-4B3A-4A99-AE78-8D53C6581441}" type="presParOf" srcId="{A8F316B1-D492-40D4-B6D0-106D02B68D5C}" destId="{9ABB7510-D79C-4D02-A396-89B7A39BF019}" srcOrd="0" destOrd="0" presId="urn:microsoft.com/office/officeart/2008/layout/LinedList"/>
    <dgm:cxn modelId="{AFDFF07C-0F59-4ACA-9244-2D08EACB59C6}" type="presParOf" srcId="{A8F316B1-D492-40D4-B6D0-106D02B68D5C}" destId="{114B28F9-0EF4-44B1-BD41-5051F71CB1E1}" srcOrd="1" destOrd="0" presId="urn:microsoft.com/office/officeart/2008/layout/LinedList"/>
    <dgm:cxn modelId="{30D6701D-8C05-42E9-8182-C7DA05A4258D}" type="presParOf" srcId="{63835643-B0E7-44C4-A028-47BF6AD392BF}" destId="{8CBAE5A2-35B6-4D07-8BA0-554AD468D29D}" srcOrd="6" destOrd="0" presId="urn:microsoft.com/office/officeart/2008/layout/LinedList"/>
    <dgm:cxn modelId="{77FE6839-973F-4768-8189-200A9B2DB395}" type="presParOf" srcId="{63835643-B0E7-44C4-A028-47BF6AD392BF}" destId="{2EB2EEB6-8348-4CF6-AB7A-0691027C0F67}" srcOrd="7" destOrd="0" presId="urn:microsoft.com/office/officeart/2008/layout/LinedList"/>
    <dgm:cxn modelId="{F4BFB804-C4D2-4867-83A7-14123BC50110}" type="presParOf" srcId="{2EB2EEB6-8348-4CF6-AB7A-0691027C0F67}" destId="{AB4B2B52-BBC4-48E2-9FD9-6D789B21CDE2}" srcOrd="0" destOrd="0" presId="urn:microsoft.com/office/officeart/2008/layout/LinedList"/>
    <dgm:cxn modelId="{F5994B6D-DD13-4E8A-A76F-5B7350DED442}" type="presParOf" srcId="{2EB2EEB6-8348-4CF6-AB7A-0691027C0F67}" destId="{6484B21C-1526-4D9D-8EA8-223F67A75A86}" srcOrd="1" destOrd="0" presId="urn:microsoft.com/office/officeart/2008/layout/LinedList"/>
    <dgm:cxn modelId="{BC9B6A89-B49A-4C8E-AD86-857526C85FDF}" type="presParOf" srcId="{63835643-B0E7-44C4-A028-47BF6AD392BF}" destId="{414E2C91-1AFA-4496-9DEE-9252396D8060}" srcOrd="8" destOrd="0" presId="urn:microsoft.com/office/officeart/2008/layout/LinedList"/>
    <dgm:cxn modelId="{DE8A401C-A475-4155-B4B9-2ADF7DED8FF9}" type="presParOf" srcId="{63835643-B0E7-44C4-A028-47BF6AD392BF}" destId="{1BD1B9C8-CE28-4AA3-97C4-1D627067941F}" srcOrd="9" destOrd="0" presId="urn:microsoft.com/office/officeart/2008/layout/LinedList"/>
    <dgm:cxn modelId="{B309D805-E68C-4051-A248-8E4312DB6D6F}" type="presParOf" srcId="{1BD1B9C8-CE28-4AA3-97C4-1D627067941F}" destId="{26BD5838-E27A-4BE6-B275-FD2A2B3CA1E8}" srcOrd="0" destOrd="0" presId="urn:microsoft.com/office/officeart/2008/layout/LinedList"/>
    <dgm:cxn modelId="{A5E24E12-D6FF-4A1C-91D9-BC023BC5F7D6}" type="presParOf" srcId="{1BD1B9C8-CE28-4AA3-97C4-1D627067941F}" destId="{745BED22-BD7A-4CA3-8DB6-684843A230BA}" srcOrd="1" destOrd="0" presId="urn:microsoft.com/office/officeart/2008/layout/LinedList"/>
    <dgm:cxn modelId="{F1F87F34-20A2-4A88-B075-B7AB9DCAECF6}" type="presParOf" srcId="{63835643-B0E7-44C4-A028-47BF6AD392BF}" destId="{B4171350-66E0-43AE-9A31-8CB8CDECBD38}" srcOrd="10" destOrd="0" presId="urn:microsoft.com/office/officeart/2008/layout/LinedList"/>
    <dgm:cxn modelId="{8ABD3560-47EE-43AC-AF4F-9AA7BC6840CE}" type="presParOf" srcId="{63835643-B0E7-44C4-A028-47BF6AD392BF}" destId="{0E016083-1935-4E58-A12A-E336AEF55D2A}" srcOrd="11" destOrd="0" presId="urn:microsoft.com/office/officeart/2008/layout/LinedList"/>
    <dgm:cxn modelId="{5630D1E8-FD90-42A6-A213-B01F70E28F50}" type="presParOf" srcId="{0E016083-1935-4E58-A12A-E336AEF55D2A}" destId="{4FCC632F-0A0E-43DA-A4F8-21C5FED7797B}" srcOrd="0" destOrd="0" presId="urn:microsoft.com/office/officeart/2008/layout/LinedList"/>
    <dgm:cxn modelId="{5F2EE0DC-2EEC-4E24-9BDB-CCFF6C47AAE2}" type="presParOf" srcId="{0E016083-1935-4E58-A12A-E336AEF55D2A}" destId="{E890C4E5-CF1E-464D-BB7A-537F1FDE20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2061AE-550D-4571-ABDC-3AE12350972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F3FB06-D22A-4DA2-9654-50BFD5F8DDD5}">
      <dgm:prSet/>
      <dgm:spPr/>
      <dgm:t>
        <a:bodyPr/>
        <a:lstStyle/>
        <a:p>
          <a:r>
            <a:rPr lang="en-KE" b="1" i="0" baseline="0"/>
            <a:t>Method:</a:t>
          </a:r>
          <a:r>
            <a:rPr lang="en-KE" b="0" i="0" baseline="0"/>
            <a:t> TF-IDF with character n-grams: analyzer='char', ngram_range=(2,5), max_features=15000.</a:t>
          </a:r>
          <a:endParaRPr lang="en-US"/>
        </a:p>
      </dgm:t>
    </dgm:pt>
    <dgm:pt modelId="{10A6C1FA-1905-4EA2-8DBA-BFC106685DCA}" type="parTrans" cxnId="{CD7D5580-8AC4-484A-B8A4-B0A668D7778D}">
      <dgm:prSet/>
      <dgm:spPr/>
      <dgm:t>
        <a:bodyPr/>
        <a:lstStyle/>
        <a:p>
          <a:endParaRPr lang="en-US"/>
        </a:p>
      </dgm:t>
    </dgm:pt>
    <dgm:pt modelId="{319A45EF-E6FD-4ED1-B4D7-B5298BDE326A}" type="sibTrans" cxnId="{CD7D5580-8AC4-484A-B8A4-B0A668D7778D}">
      <dgm:prSet/>
      <dgm:spPr/>
      <dgm:t>
        <a:bodyPr/>
        <a:lstStyle/>
        <a:p>
          <a:endParaRPr lang="en-US"/>
        </a:p>
      </dgm:t>
    </dgm:pt>
    <dgm:pt modelId="{77ADBE31-C866-4616-A487-00C88FA47929}">
      <dgm:prSet/>
      <dgm:spPr/>
      <dgm:t>
        <a:bodyPr/>
        <a:lstStyle/>
        <a:p>
          <a:r>
            <a:rPr lang="en-KE" b="1" i="0" baseline="0"/>
            <a:t>Purpose:</a:t>
          </a:r>
          <a:r>
            <a:rPr lang="en-KE" b="0" i="0" baseline="0"/>
            <a:t> Character n-grams capture subword patterns ideal for short and code-mixed text. Text is preprocessed: lowercased, punctuation removed, and filtered to ASCII characters only before vectorization.</a:t>
          </a:r>
          <a:endParaRPr lang="en-US"/>
        </a:p>
      </dgm:t>
    </dgm:pt>
    <dgm:pt modelId="{F47442F8-5D87-453A-BF39-4976A5382299}" type="parTrans" cxnId="{86A0089D-3EAE-4B33-A4FB-B504304A7729}">
      <dgm:prSet/>
      <dgm:spPr/>
      <dgm:t>
        <a:bodyPr/>
        <a:lstStyle/>
        <a:p>
          <a:endParaRPr lang="en-US"/>
        </a:p>
      </dgm:t>
    </dgm:pt>
    <dgm:pt modelId="{1DC2EE69-50E7-4E22-908B-A3E4762287DF}" type="sibTrans" cxnId="{86A0089D-3EAE-4B33-A4FB-B504304A7729}">
      <dgm:prSet/>
      <dgm:spPr/>
      <dgm:t>
        <a:bodyPr/>
        <a:lstStyle/>
        <a:p>
          <a:endParaRPr lang="en-US"/>
        </a:p>
      </dgm:t>
    </dgm:pt>
    <dgm:pt modelId="{CD1018F4-5F94-4642-B051-FA406CB56084}">
      <dgm:prSet/>
      <dgm:spPr/>
      <dgm:t>
        <a:bodyPr/>
        <a:lstStyle/>
        <a:p>
          <a:r>
            <a:rPr lang="en-KE" b="1" i="0" baseline="0"/>
            <a:t>Library:</a:t>
          </a:r>
          <a:r>
            <a:rPr lang="en-KE" b="0" i="0" baseline="0"/>
            <a:t> Utilizes scikit-learn for vectorization.</a:t>
          </a:r>
          <a:endParaRPr lang="en-US"/>
        </a:p>
      </dgm:t>
    </dgm:pt>
    <dgm:pt modelId="{DC112A78-2FBA-4777-8896-6F0CAA316215}" type="parTrans" cxnId="{88B63601-46D8-4961-A76E-D13E6F3C623B}">
      <dgm:prSet/>
      <dgm:spPr/>
      <dgm:t>
        <a:bodyPr/>
        <a:lstStyle/>
        <a:p>
          <a:endParaRPr lang="en-US"/>
        </a:p>
      </dgm:t>
    </dgm:pt>
    <dgm:pt modelId="{8C52ACBA-918D-47E6-AFA8-F311587132EB}" type="sibTrans" cxnId="{88B63601-46D8-4961-A76E-D13E6F3C623B}">
      <dgm:prSet/>
      <dgm:spPr/>
      <dgm:t>
        <a:bodyPr/>
        <a:lstStyle/>
        <a:p>
          <a:endParaRPr lang="en-US"/>
        </a:p>
      </dgm:t>
    </dgm:pt>
    <dgm:pt modelId="{6A165271-22B3-4285-808A-D2FFEFB65885}" type="pres">
      <dgm:prSet presAssocID="{152061AE-550D-4571-ABDC-3AE12350972B}" presName="linear" presStyleCnt="0">
        <dgm:presLayoutVars>
          <dgm:animLvl val="lvl"/>
          <dgm:resizeHandles val="exact"/>
        </dgm:presLayoutVars>
      </dgm:prSet>
      <dgm:spPr/>
    </dgm:pt>
    <dgm:pt modelId="{90DE5302-3E12-4DA8-B5EE-598DE73D199A}" type="pres">
      <dgm:prSet presAssocID="{2CF3FB06-D22A-4DA2-9654-50BFD5F8DDD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010D17-5563-4205-8346-FFD039C05143}" type="pres">
      <dgm:prSet presAssocID="{319A45EF-E6FD-4ED1-B4D7-B5298BDE326A}" presName="spacer" presStyleCnt="0"/>
      <dgm:spPr/>
    </dgm:pt>
    <dgm:pt modelId="{A8740695-BFE6-4F19-9EDB-FE52E9A64C70}" type="pres">
      <dgm:prSet presAssocID="{77ADBE31-C866-4616-A487-00C88FA4792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DC91873-D7F3-46E2-A74D-50F3346F8569}" type="pres">
      <dgm:prSet presAssocID="{1DC2EE69-50E7-4E22-908B-A3E4762287DF}" presName="spacer" presStyleCnt="0"/>
      <dgm:spPr/>
    </dgm:pt>
    <dgm:pt modelId="{F1298748-62E1-4B3A-B9CB-58D54DDC1CAE}" type="pres">
      <dgm:prSet presAssocID="{CD1018F4-5F94-4642-B051-FA406CB5608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8B63601-46D8-4961-A76E-D13E6F3C623B}" srcId="{152061AE-550D-4571-ABDC-3AE12350972B}" destId="{CD1018F4-5F94-4642-B051-FA406CB56084}" srcOrd="2" destOrd="0" parTransId="{DC112A78-2FBA-4777-8896-6F0CAA316215}" sibTransId="{8C52ACBA-918D-47E6-AFA8-F311587132EB}"/>
    <dgm:cxn modelId="{266C5A02-C81F-4E77-B1DA-DEC8668DDB5A}" type="presOf" srcId="{77ADBE31-C866-4616-A487-00C88FA47929}" destId="{A8740695-BFE6-4F19-9EDB-FE52E9A64C70}" srcOrd="0" destOrd="0" presId="urn:microsoft.com/office/officeart/2005/8/layout/vList2"/>
    <dgm:cxn modelId="{1A79A855-FA5D-4EDF-A7EC-421DECB6E79B}" type="presOf" srcId="{152061AE-550D-4571-ABDC-3AE12350972B}" destId="{6A165271-22B3-4285-808A-D2FFEFB65885}" srcOrd="0" destOrd="0" presId="urn:microsoft.com/office/officeart/2005/8/layout/vList2"/>
    <dgm:cxn modelId="{CD7D5580-8AC4-484A-B8A4-B0A668D7778D}" srcId="{152061AE-550D-4571-ABDC-3AE12350972B}" destId="{2CF3FB06-D22A-4DA2-9654-50BFD5F8DDD5}" srcOrd="0" destOrd="0" parTransId="{10A6C1FA-1905-4EA2-8DBA-BFC106685DCA}" sibTransId="{319A45EF-E6FD-4ED1-B4D7-B5298BDE326A}"/>
    <dgm:cxn modelId="{86A0089D-3EAE-4B33-A4FB-B504304A7729}" srcId="{152061AE-550D-4571-ABDC-3AE12350972B}" destId="{77ADBE31-C866-4616-A487-00C88FA47929}" srcOrd="1" destOrd="0" parTransId="{F47442F8-5D87-453A-BF39-4976A5382299}" sibTransId="{1DC2EE69-50E7-4E22-908B-A3E4762287DF}"/>
    <dgm:cxn modelId="{B9167BBD-F315-4FE5-A75E-0683277554C8}" type="presOf" srcId="{2CF3FB06-D22A-4DA2-9654-50BFD5F8DDD5}" destId="{90DE5302-3E12-4DA8-B5EE-598DE73D199A}" srcOrd="0" destOrd="0" presId="urn:microsoft.com/office/officeart/2005/8/layout/vList2"/>
    <dgm:cxn modelId="{414EF0D8-6378-401E-ADA1-D34C45E63DD6}" type="presOf" srcId="{CD1018F4-5F94-4642-B051-FA406CB56084}" destId="{F1298748-62E1-4B3A-B9CB-58D54DDC1CAE}" srcOrd="0" destOrd="0" presId="urn:microsoft.com/office/officeart/2005/8/layout/vList2"/>
    <dgm:cxn modelId="{B60F2888-43A7-4CA4-8917-98198DEED1D1}" type="presParOf" srcId="{6A165271-22B3-4285-808A-D2FFEFB65885}" destId="{90DE5302-3E12-4DA8-B5EE-598DE73D199A}" srcOrd="0" destOrd="0" presId="urn:microsoft.com/office/officeart/2005/8/layout/vList2"/>
    <dgm:cxn modelId="{7EAFB000-3C9C-45C0-982A-B5A6DA8C7CD6}" type="presParOf" srcId="{6A165271-22B3-4285-808A-D2FFEFB65885}" destId="{72010D17-5563-4205-8346-FFD039C05143}" srcOrd="1" destOrd="0" presId="urn:microsoft.com/office/officeart/2005/8/layout/vList2"/>
    <dgm:cxn modelId="{694AD7F3-125D-4443-BCD1-DED2B6E02540}" type="presParOf" srcId="{6A165271-22B3-4285-808A-D2FFEFB65885}" destId="{A8740695-BFE6-4F19-9EDB-FE52E9A64C70}" srcOrd="2" destOrd="0" presId="urn:microsoft.com/office/officeart/2005/8/layout/vList2"/>
    <dgm:cxn modelId="{3EAAF77E-6AA5-4991-AC84-4D42C5B3BAB1}" type="presParOf" srcId="{6A165271-22B3-4285-808A-D2FFEFB65885}" destId="{BDC91873-D7F3-46E2-A74D-50F3346F8569}" srcOrd="3" destOrd="0" presId="urn:microsoft.com/office/officeart/2005/8/layout/vList2"/>
    <dgm:cxn modelId="{A532838D-4C21-4C2E-94F4-926A5F33668F}" type="presParOf" srcId="{6A165271-22B3-4285-808A-D2FFEFB65885}" destId="{F1298748-62E1-4B3A-B9CB-58D54DDC1CA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35AA000-158F-42F1-9322-3B20C85D33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08FD456-D515-4FD5-B685-BF702EE56A9D}">
      <dgm:prSet/>
      <dgm:spPr/>
      <dgm:t>
        <a:bodyPr/>
        <a:lstStyle/>
        <a:p>
          <a:r>
            <a:rPr lang="en-KE" b="1" i="0" baseline="0"/>
            <a:t>Models Used:</a:t>
          </a:r>
          <a:r>
            <a:rPr lang="en-KE" b="0" i="0" baseline="0"/>
            <a:t> Naïve Bayes and Logistic Regression.</a:t>
          </a:r>
          <a:endParaRPr lang="en-US"/>
        </a:p>
      </dgm:t>
    </dgm:pt>
    <dgm:pt modelId="{392C6319-CA6C-4033-982D-9CD802A85E65}" type="parTrans" cxnId="{668B1617-E5CF-4E00-9E02-9D63031DEFEA}">
      <dgm:prSet/>
      <dgm:spPr/>
      <dgm:t>
        <a:bodyPr/>
        <a:lstStyle/>
        <a:p>
          <a:endParaRPr lang="en-US"/>
        </a:p>
      </dgm:t>
    </dgm:pt>
    <dgm:pt modelId="{8EF99024-47F1-4FE1-BBA2-C82C34CDF9FF}" type="sibTrans" cxnId="{668B1617-E5CF-4E00-9E02-9D63031DEFEA}">
      <dgm:prSet/>
      <dgm:spPr/>
      <dgm:t>
        <a:bodyPr/>
        <a:lstStyle/>
        <a:p>
          <a:endParaRPr lang="en-US"/>
        </a:p>
      </dgm:t>
    </dgm:pt>
    <dgm:pt modelId="{662ACB86-8136-4BC6-A1F6-90456FEF7106}">
      <dgm:prSet/>
      <dgm:spPr/>
      <dgm:t>
        <a:bodyPr/>
        <a:lstStyle/>
        <a:p>
          <a:r>
            <a:rPr lang="en-KE" b="1" i="0" baseline="0"/>
            <a:t>Naïve Bayes:</a:t>
          </a:r>
          <a:r>
            <a:rPr lang="en-KE" b="0" i="0" baseline="0"/>
            <a:t> MultinomialNB(alpha=0.1), wrapped in CalibratedClassifierCV (sigmoid, cv=5) for probability calibration.</a:t>
          </a:r>
          <a:endParaRPr lang="en-US"/>
        </a:p>
      </dgm:t>
    </dgm:pt>
    <dgm:pt modelId="{258E925F-8FAB-40BB-A4C8-C5646F85BF1A}" type="parTrans" cxnId="{97128F0F-13C1-4630-BB66-B6AE0E732774}">
      <dgm:prSet/>
      <dgm:spPr/>
      <dgm:t>
        <a:bodyPr/>
        <a:lstStyle/>
        <a:p>
          <a:endParaRPr lang="en-US"/>
        </a:p>
      </dgm:t>
    </dgm:pt>
    <dgm:pt modelId="{02676ECD-DD0B-47FD-93C2-2C8969B06165}" type="sibTrans" cxnId="{97128F0F-13C1-4630-BB66-B6AE0E732774}">
      <dgm:prSet/>
      <dgm:spPr/>
      <dgm:t>
        <a:bodyPr/>
        <a:lstStyle/>
        <a:p>
          <a:endParaRPr lang="en-US"/>
        </a:p>
      </dgm:t>
    </dgm:pt>
    <dgm:pt modelId="{D654CA84-C084-4962-99D7-8AE4658A59D0}">
      <dgm:prSet/>
      <dgm:spPr/>
      <dgm:t>
        <a:bodyPr/>
        <a:lstStyle/>
        <a:p>
          <a:r>
            <a:rPr lang="en-KE" b="1" i="0" baseline="0"/>
            <a:t>Logistic Regression:</a:t>
          </a:r>
          <a:r>
            <a:rPr lang="en-KE" b="0" i="0" baseline="0"/>
            <a:t> LogisticRegression(max_iter=2000, C=1.5, class_weight='balanced'), also wrapped in CalibratedClassifierCV for reliable confidence scores.</a:t>
          </a:r>
          <a:endParaRPr lang="en-US"/>
        </a:p>
      </dgm:t>
    </dgm:pt>
    <dgm:pt modelId="{2B836E9B-26CD-4F15-AF7E-E8B41E19D5FD}" type="parTrans" cxnId="{C4651237-F748-4735-B918-47393F15A7EE}">
      <dgm:prSet/>
      <dgm:spPr/>
      <dgm:t>
        <a:bodyPr/>
        <a:lstStyle/>
        <a:p>
          <a:endParaRPr lang="en-US"/>
        </a:p>
      </dgm:t>
    </dgm:pt>
    <dgm:pt modelId="{18295DC2-42E4-4D83-9549-22AE1FFA7ED0}" type="sibTrans" cxnId="{C4651237-F748-4735-B918-47393F15A7EE}">
      <dgm:prSet/>
      <dgm:spPr/>
      <dgm:t>
        <a:bodyPr/>
        <a:lstStyle/>
        <a:p>
          <a:endParaRPr lang="en-US"/>
        </a:p>
      </dgm:t>
    </dgm:pt>
    <dgm:pt modelId="{425B050F-D6B2-48DF-B163-A024C6BE1599}">
      <dgm:prSet/>
      <dgm:spPr/>
      <dgm:t>
        <a:bodyPr/>
        <a:lstStyle/>
        <a:p>
          <a:r>
            <a:rPr lang="en-KE" b="1" i="0" baseline="0"/>
            <a:t>Data Split:</a:t>
          </a:r>
          <a:r>
            <a:rPr lang="en-KE" b="0" i="0" baseline="0"/>
            <a:t> 80% Training set and 20% Testing set.</a:t>
          </a:r>
          <a:endParaRPr lang="en-US"/>
        </a:p>
      </dgm:t>
    </dgm:pt>
    <dgm:pt modelId="{6EEFDBAF-DE82-4A7B-A9C8-BCE2F283DD6D}" type="parTrans" cxnId="{D6386EE9-CEB0-4279-8676-F259E6EA38B9}">
      <dgm:prSet/>
      <dgm:spPr/>
      <dgm:t>
        <a:bodyPr/>
        <a:lstStyle/>
        <a:p>
          <a:endParaRPr lang="en-US"/>
        </a:p>
      </dgm:t>
    </dgm:pt>
    <dgm:pt modelId="{4C6F6618-46F6-43CC-A054-4D53959CDAF3}" type="sibTrans" cxnId="{D6386EE9-CEB0-4279-8676-F259E6EA38B9}">
      <dgm:prSet/>
      <dgm:spPr/>
      <dgm:t>
        <a:bodyPr/>
        <a:lstStyle/>
        <a:p>
          <a:endParaRPr lang="en-US"/>
        </a:p>
      </dgm:t>
    </dgm:pt>
    <dgm:pt modelId="{F96ED7EC-1343-41D1-BD4E-7D60DB21CB39}" type="pres">
      <dgm:prSet presAssocID="{B35AA000-158F-42F1-9322-3B20C85D3389}" presName="root" presStyleCnt="0">
        <dgm:presLayoutVars>
          <dgm:dir/>
          <dgm:resizeHandles val="exact"/>
        </dgm:presLayoutVars>
      </dgm:prSet>
      <dgm:spPr/>
    </dgm:pt>
    <dgm:pt modelId="{52E80D25-ED8F-4AB0-8A33-E84DA8D56625}" type="pres">
      <dgm:prSet presAssocID="{208FD456-D515-4FD5-B685-BF702EE56A9D}" presName="compNode" presStyleCnt="0"/>
      <dgm:spPr/>
    </dgm:pt>
    <dgm:pt modelId="{4C5F24E9-ECC3-43E8-BADE-F6099A7097CC}" type="pres">
      <dgm:prSet presAssocID="{208FD456-D515-4FD5-B685-BF702EE56A9D}" presName="bgRect" presStyleLbl="bgShp" presStyleIdx="0" presStyleCnt="4"/>
      <dgm:spPr/>
    </dgm:pt>
    <dgm:pt modelId="{0093835F-DA6C-4D4C-AE71-2DFCF7673157}" type="pres">
      <dgm:prSet presAssocID="{208FD456-D515-4FD5-B685-BF702EE56A9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45B22880-6DBC-46D6-804E-78C5E59F74CD}" type="pres">
      <dgm:prSet presAssocID="{208FD456-D515-4FD5-B685-BF702EE56A9D}" presName="spaceRect" presStyleCnt="0"/>
      <dgm:spPr/>
    </dgm:pt>
    <dgm:pt modelId="{71F745B0-2477-40AF-B795-71A7AF0BA224}" type="pres">
      <dgm:prSet presAssocID="{208FD456-D515-4FD5-B685-BF702EE56A9D}" presName="parTx" presStyleLbl="revTx" presStyleIdx="0" presStyleCnt="4">
        <dgm:presLayoutVars>
          <dgm:chMax val="0"/>
          <dgm:chPref val="0"/>
        </dgm:presLayoutVars>
      </dgm:prSet>
      <dgm:spPr/>
    </dgm:pt>
    <dgm:pt modelId="{0A7E6F09-9A8B-4E47-9FDE-44F4C97FACAF}" type="pres">
      <dgm:prSet presAssocID="{8EF99024-47F1-4FE1-BBA2-C82C34CDF9FF}" presName="sibTrans" presStyleCnt="0"/>
      <dgm:spPr/>
    </dgm:pt>
    <dgm:pt modelId="{3A57C106-9A4A-4C91-B1AB-A56DE1235D5F}" type="pres">
      <dgm:prSet presAssocID="{662ACB86-8136-4BC6-A1F6-90456FEF7106}" presName="compNode" presStyleCnt="0"/>
      <dgm:spPr/>
    </dgm:pt>
    <dgm:pt modelId="{BC8DE1FD-753F-49F9-A811-A1DC091A8897}" type="pres">
      <dgm:prSet presAssocID="{662ACB86-8136-4BC6-A1F6-90456FEF7106}" presName="bgRect" presStyleLbl="bgShp" presStyleIdx="1" presStyleCnt="4"/>
      <dgm:spPr/>
    </dgm:pt>
    <dgm:pt modelId="{8C41425C-96D3-45DD-9C86-39C7A43E463E}" type="pres">
      <dgm:prSet presAssocID="{662ACB86-8136-4BC6-A1F6-90456FEF710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06E71B9-561A-4860-933A-519A1B9500CD}" type="pres">
      <dgm:prSet presAssocID="{662ACB86-8136-4BC6-A1F6-90456FEF7106}" presName="spaceRect" presStyleCnt="0"/>
      <dgm:spPr/>
    </dgm:pt>
    <dgm:pt modelId="{CD1F2D25-42CC-4FC2-B695-797025F9A547}" type="pres">
      <dgm:prSet presAssocID="{662ACB86-8136-4BC6-A1F6-90456FEF7106}" presName="parTx" presStyleLbl="revTx" presStyleIdx="1" presStyleCnt="4">
        <dgm:presLayoutVars>
          <dgm:chMax val="0"/>
          <dgm:chPref val="0"/>
        </dgm:presLayoutVars>
      </dgm:prSet>
      <dgm:spPr/>
    </dgm:pt>
    <dgm:pt modelId="{4533D1F4-79A5-4713-8602-AF02A8DEE06F}" type="pres">
      <dgm:prSet presAssocID="{02676ECD-DD0B-47FD-93C2-2C8969B06165}" presName="sibTrans" presStyleCnt="0"/>
      <dgm:spPr/>
    </dgm:pt>
    <dgm:pt modelId="{467DD81B-AB1B-4B08-9942-BF8D0FADC84C}" type="pres">
      <dgm:prSet presAssocID="{D654CA84-C084-4962-99D7-8AE4658A59D0}" presName="compNode" presStyleCnt="0"/>
      <dgm:spPr/>
    </dgm:pt>
    <dgm:pt modelId="{FCAA3DF2-6411-410D-B22B-E5FDB88EF8CC}" type="pres">
      <dgm:prSet presAssocID="{D654CA84-C084-4962-99D7-8AE4658A59D0}" presName="bgRect" presStyleLbl="bgShp" presStyleIdx="2" presStyleCnt="4"/>
      <dgm:spPr/>
    </dgm:pt>
    <dgm:pt modelId="{5D630C5E-786C-49C6-99AA-C0C75F56AA92}" type="pres">
      <dgm:prSet presAssocID="{D654CA84-C084-4962-99D7-8AE4658A59D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49CCFDC9-7CC4-49A1-8243-DF69CE588761}" type="pres">
      <dgm:prSet presAssocID="{D654CA84-C084-4962-99D7-8AE4658A59D0}" presName="spaceRect" presStyleCnt="0"/>
      <dgm:spPr/>
    </dgm:pt>
    <dgm:pt modelId="{B96777D1-35C2-429F-B651-1CD9663897D4}" type="pres">
      <dgm:prSet presAssocID="{D654CA84-C084-4962-99D7-8AE4658A59D0}" presName="parTx" presStyleLbl="revTx" presStyleIdx="2" presStyleCnt="4">
        <dgm:presLayoutVars>
          <dgm:chMax val="0"/>
          <dgm:chPref val="0"/>
        </dgm:presLayoutVars>
      </dgm:prSet>
      <dgm:spPr/>
    </dgm:pt>
    <dgm:pt modelId="{A77627BD-ACE8-49F6-A2AA-59DCBE883A03}" type="pres">
      <dgm:prSet presAssocID="{18295DC2-42E4-4D83-9549-22AE1FFA7ED0}" presName="sibTrans" presStyleCnt="0"/>
      <dgm:spPr/>
    </dgm:pt>
    <dgm:pt modelId="{52F8EA5B-3C6E-4869-8406-CA5BB2928A6B}" type="pres">
      <dgm:prSet presAssocID="{425B050F-D6B2-48DF-B163-A024C6BE1599}" presName="compNode" presStyleCnt="0"/>
      <dgm:spPr/>
    </dgm:pt>
    <dgm:pt modelId="{42A95BB9-FD21-4853-B34E-50A158126FD3}" type="pres">
      <dgm:prSet presAssocID="{425B050F-D6B2-48DF-B163-A024C6BE1599}" presName="bgRect" presStyleLbl="bgShp" presStyleIdx="3" presStyleCnt="4"/>
      <dgm:spPr/>
    </dgm:pt>
    <dgm:pt modelId="{231845EB-E537-4066-B0B9-87ED0BE2CBE6}" type="pres">
      <dgm:prSet presAssocID="{425B050F-D6B2-48DF-B163-A024C6BE159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9CE6C6F-D9EE-4050-B9A0-5D21342B2CF4}" type="pres">
      <dgm:prSet presAssocID="{425B050F-D6B2-48DF-B163-A024C6BE1599}" presName="spaceRect" presStyleCnt="0"/>
      <dgm:spPr/>
    </dgm:pt>
    <dgm:pt modelId="{6EA06615-688D-498D-AA83-0022EB5D58B4}" type="pres">
      <dgm:prSet presAssocID="{425B050F-D6B2-48DF-B163-A024C6BE159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7128F0F-13C1-4630-BB66-B6AE0E732774}" srcId="{B35AA000-158F-42F1-9322-3B20C85D3389}" destId="{662ACB86-8136-4BC6-A1F6-90456FEF7106}" srcOrd="1" destOrd="0" parTransId="{258E925F-8FAB-40BB-A4C8-C5646F85BF1A}" sibTransId="{02676ECD-DD0B-47FD-93C2-2C8969B06165}"/>
    <dgm:cxn modelId="{668B1617-E5CF-4E00-9E02-9D63031DEFEA}" srcId="{B35AA000-158F-42F1-9322-3B20C85D3389}" destId="{208FD456-D515-4FD5-B685-BF702EE56A9D}" srcOrd="0" destOrd="0" parTransId="{392C6319-CA6C-4033-982D-9CD802A85E65}" sibTransId="{8EF99024-47F1-4FE1-BBA2-C82C34CDF9FF}"/>
    <dgm:cxn modelId="{C4651237-F748-4735-B918-47393F15A7EE}" srcId="{B35AA000-158F-42F1-9322-3B20C85D3389}" destId="{D654CA84-C084-4962-99D7-8AE4658A59D0}" srcOrd="2" destOrd="0" parTransId="{2B836E9B-26CD-4F15-AF7E-E8B41E19D5FD}" sibTransId="{18295DC2-42E4-4D83-9549-22AE1FFA7ED0}"/>
    <dgm:cxn modelId="{2754FA3F-44C7-45BF-93A3-21059AF69E44}" type="presOf" srcId="{D654CA84-C084-4962-99D7-8AE4658A59D0}" destId="{B96777D1-35C2-429F-B651-1CD9663897D4}" srcOrd="0" destOrd="0" presId="urn:microsoft.com/office/officeart/2018/2/layout/IconVerticalSolidList"/>
    <dgm:cxn modelId="{B6C4E06C-57FE-4116-8F01-E18619D66FF6}" type="presOf" srcId="{208FD456-D515-4FD5-B685-BF702EE56A9D}" destId="{71F745B0-2477-40AF-B795-71A7AF0BA224}" srcOrd="0" destOrd="0" presId="urn:microsoft.com/office/officeart/2018/2/layout/IconVerticalSolidList"/>
    <dgm:cxn modelId="{D6ED5883-3AF8-4FB3-880F-ED9CB948A941}" type="presOf" srcId="{425B050F-D6B2-48DF-B163-A024C6BE1599}" destId="{6EA06615-688D-498D-AA83-0022EB5D58B4}" srcOrd="0" destOrd="0" presId="urn:microsoft.com/office/officeart/2018/2/layout/IconVerticalSolidList"/>
    <dgm:cxn modelId="{AF89B5A7-03C7-4408-A327-99746A800ED6}" type="presOf" srcId="{B35AA000-158F-42F1-9322-3B20C85D3389}" destId="{F96ED7EC-1343-41D1-BD4E-7D60DB21CB39}" srcOrd="0" destOrd="0" presId="urn:microsoft.com/office/officeart/2018/2/layout/IconVerticalSolidList"/>
    <dgm:cxn modelId="{D6386EE9-CEB0-4279-8676-F259E6EA38B9}" srcId="{B35AA000-158F-42F1-9322-3B20C85D3389}" destId="{425B050F-D6B2-48DF-B163-A024C6BE1599}" srcOrd="3" destOrd="0" parTransId="{6EEFDBAF-DE82-4A7B-A9C8-BCE2F283DD6D}" sibTransId="{4C6F6618-46F6-43CC-A054-4D53959CDAF3}"/>
    <dgm:cxn modelId="{F0D70AEC-E1D4-45D9-92DB-F6B71CF66BF3}" type="presOf" srcId="{662ACB86-8136-4BC6-A1F6-90456FEF7106}" destId="{CD1F2D25-42CC-4FC2-B695-797025F9A547}" srcOrd="0" destOrd="0" presId="urn:microsoft.com/office/officeart/2018/2/layout/IconVerticalSolidList"/>
    <dgm:cxn modelId="{7E148E66-0E4B-4690-A7DD-62C8A228A24D}" type="presParOf" srcId="{F96ED7EC-1343-41D1-BD4E-7D60DB21CB39}" destId="{52E80D25-ED8F-4AB0-8A33-E84DA8D56625}" srcOrd="0" destOrd="0" presId="urn:microsoft.com/office/officeart/2018/2/layout/IconVerticalSolidList"/>
    <dgm:cxn modelId="{DC4E0A4D-98A5-4EFC-A6B7-170E88CF2EE3}" type="presParOf" srcId="{52E80D25-ED8F-4AB0-8A33-E84DA8D56625}" destId="{4C5F24E9-ECC3-43E8-BADE-F6099A7097CC}" srcOrd="0" destOrd="0" presId="urn:microsoft.com/office/officeart/2018/2/layout/IconVerticalSolidList"/>
    <dgm:cxn modelId="{FA27954A-C18F-435D-948D-E3B0A88BFC98}" type="presParOf" srcId="{52E80D25-ED8F-4AB0-8A33-E84DA8D56625}" destId="{0093835F-DA6C-4D4C-AE71-2DFCF7673157}" srcOrd="1" destOrd="0" presId="urn:microsoft.com/office/officeart/2018/2/layout/IconVerticalSolidList"/>
    <dgm:cxn modelId="{DA7C84EF-045D-4C11-8B92-FF9A2B17F481}" type="presParOf" srcId="{52E80D25-ED8F-4AB0-8A33-E84DA8D56625}" destId="{45B22880-6DBC-46D6-804E-78C5E59F74CD}" srcOrd="2" destOrd="0" presId="urn:microsoft.com/office/officeart/2018/2/layout/IconVerticalSolidList"/>
    <dgm:cxn modelId="{49DAC2F1-3EDC-41F4-BC90-1E70D943EC19}" type="presParOf" srcId="{52E80D25-ED8F-4AB0-8A33-E84DA8D56625}" destId="{71F745B0-2477-40AF-B795-71A7AF0BA224}" srcOrd="3" destOrd="0" presId="urn:microsoft.com/office/officeart/2018/2/layout/IconVerticalSolidList"/>
    <dgm:cxn modelId="{5A1922E2-C0CF-404C-BE52-B5137F8C76D3}" type="presParOf" srcId="{F96ED7EC-1343-41D1-BD4E-7D60DB21CB39}" destId="{0A7E6F09-9A8B-4E47-9FDE-44F4C97FACAF}" srcOrd="1" destOrd="0" presId="urn:microsoft.com/office/officeart/2018/2/layout/IconVerticalSolidList"/>
    <dgm:cxn modelId="{F6E56629-2D17-46E2-A071-962E5B659EFE}" type="presParOf" srcId="{F96ED7EC-1343-41D1-BD4E-7D60DB21CB39}" destId="{3A57C106-9A4A-4C91-B1AB-A56DE1235D5F}" srcOrd="2" destOrd="0" presId="urn:microsoft.com/office/officeart/2018/2/layout/IconVerticalSolidList"/>
    <dgm:cxn modelId="{F7B4BF66-5763-4A7A-A0D9-91D9F3C1A572}" type="presParOf" srcId="{3A57C106-9A4A-4C91-B1AB-A56DE1235D5F}" destId="{BC8DE1FD-753F-49F9-A811-A1DC091A8897}" srcOrd="0" destOrd="0" presId="urn:microsoft.com/office/officeart/2018/2/layout/IconVerticalSolidList"/>
    <dgm:cxn modelId="{9A220898-C846-4E5E-8262-2A1550CDDADC}" type="presParOf" srcId="{3A57C106-9A4A-4C91-B1AB-A56DE1235D5F}" destId="{8C41425C-96D3-45DD-9C86-39C7A43E463E}" srcOrd="1" destOrd="0" presId="urn:microsoft.com/office/officeart/2018/2/layout/IconVerticalSolidList"/>
    <dgm:cxn modelId="{FEBFFCC4-EAF4-4904-9638-C5F91F1E0410}" type="presParOf" srcId="{3A57C106-9A4A-4C91-B1AB-A56DE1235D5F}" destId="{106E71B9-561A-4860-933A-519A1B9500CD}" srcOrd="2" destOrd="0" presId="urn:microsoft.com/office/officeart/2018/2/layout/IconVerticalSolidList"/>
    <dgm:cxn modelId="{83F5D18F-7406-4F87-8BF8-40A449BE6962}" type="presParOf" srcId="{3A57C106-9A4A-4C91-B1AB-A56DE1235D5F}" destId="{CD1F2D25-42CC-4FC2-B695-797025F9A547}" srcOrd="3" destOrd="0" presId="urn:microsoft.com/office/officeart/2018/2/layout/IconVerticalSolidList"/>
    <dgm:cxn modelId="{BEF92C33-B749-4F91-A867-5A93E958EEE1}" type="presParOf" srcId="{F96ED7EC-1343-41D1-BD4E-7D60DB21CB39}" destId="{4533D1F4-79A5-4713-8602-AF02A8DEE06F}" srcOrd="3" destOrd="0" presId="urn:microsoft.com/office/officeart/2018/2/layout/IconVerticalSolidList"/>
    <dgm:cxn modelId="{5E53978C-A583-4634-A887-5191FEBF75F2}" type="presParOf" srcId="{F96ED7EC-1343-41D1-BD4E-7D60DB21CB39}" destId="{467DD81B-AB1B-4B08-9942-BF8D0FADC84C}" srcOrd="4" destOrd="0" presId="urn:microsoft.com/office/officeart/2018/2/layout/IconVerticalSolidList"/>
    <dgm:cxn modelId="{5D1FF9B6-C511-484C-8861-7C30915BFC3F}" type="presParOf" srcId="{467DD81B-AB1B-4B08-9942-BF8D0FADC84C}" destId="{FCAA3DF2-6411-410D-B22B-E5FDB88EF8CC}" srcOrd="0" destOrd="0" presId="urn:microsoft.com/office/officeart/2018/2/layout/IconVerticalSolidList"/>
    <dgm:cxn modelId="{A90C152B-0ECB-4487-8965-0B7842AC6528}" type="presParOf" srcId="{467DD81B-AB1B-4B08-9942-BF8D0FADC84C}" destId="{5D630C5E-786C-49C6-99AA-C0C75F56AA92}" srcOrd="1" destOrd="0" presId="urn:microsoft.com/office/officeart/2018/2/layout/IconVerticalSolidList"/>
    <dgm:cxn modelId="{C7DA632F-CCBE-4050-955D-33EE0CF7F5B5}" type="presParOf" srcId="{467DD81B-AB1B-4B08-9942-BF8D0FADC84C}" destId="{49CCFDC9-7CC4-49A1-8243-DF69CE588761}" srcOrd="2" destOrd="0" presId="urn:microsoft.com/office/officeart/2018/2/layout/IconVerticalSolidList"/>
    <dgm:cxn modelId="{67B0DE0E-B9A8-4E64-867F-D79F787C7CCC}" type="presParOf" srcId="{467DD81B-AB1B-4B08-9942-BF8D0FADC84C}" destId="{B96777D1-35C2-429F-B651-1CD9663897D4}" srcOrd="3" destOrd="0" presId="urn:microsoft.com/office/officeart/2018/2/layout/IconVerticalSolidList"/>
    <dgm:cxn modelId="{D3DDF2D5-E185-4191-BCB5-11F38AB6C4CE}" type="presParOf" srcId="{F96ED7EC-1343-41D1-BD4E-7D60DB21CB39}" destId="{A77627BD-ACE8-49F6-A2AA-59DCBE883A03}" srcOrd="5" destOrd="0" presId="urn:microsoft.com/office/officeart/2018/2/layout/IconVerticalSolidList"/>
    <dgm:cxn modelId="{FE6D5A67-E23A-4194-8B4D-80362A7C7D36}" type="presParOf" srcId="{F96ED7EC-1343-41D1-BD4E-7D60DB21CB39}" destId="{52F8EA5B-3C6E-4869-8406-CA5BB2928A6B}" srcOrd="6" destOrd="0" presId="urn:microsoft.com/office/officeart/2018/2/layout/IconVerticalSolidList"/>
    <dgm:cxn modelId="{A8A513C6-4D84-4FBD-8E2A-989E9658EFDB}" type="presParOf" srcId="{52F8EA5B-3C6E-4869-8406-CA5BB2928A6B}" destId="{42A95BB9-FD21-4853-B34E-50A158126FD3}" srcOrd="0" destOrd="0" presId="urn:microsoft.com/office/officeart/2018/2/layout/IconVerticalSolidList"/>
    <dgm:cxn modelId="{CB2346E4-6F2E-42EE-8131-7B52D8F7161B}" type="presParOf" srcId="{52F8EA5B-3C6E-4869-8406-CA5BB2928A6B}" destId="{231845EB-E537-4066-B0B9-87ED0BE2CBE6}" srcOrd="1" destOrd="0" presId="urn:microsoft.com/office/officeart/2018/2/layout/IconVerticalSolidList"/>
    <dgm:cxn modelId="{B38B9A0D-5A83-4471-8B9F-E2494F11B434}" type="presParOf" srcId="{52F8EA5B-3C6E-4869-8406-CA5BB2928A6B}" destId="{09CE6C6F-D9EE-4050-B9A0-5D21342B2CF4}" srcOrd="2" destOrd="0" presId="urn:microsoft.com/office/officeart/2018/2/layout/IconVerticalSolidList"/>
    <dgm:cxn modelId="{7845FED6-BFCE-4FF0-A68E-E7792B1F9347}" type="presParOf" srcId="{52F8EA5B-3C6E-4869-8406-CA5BB2928A6B}" destId="{6EA06615-688D-498D-AA83-0022EB5D58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FE529C0-7AEE-4524-92B7-C883B711B33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4948FE-BFCF-49E7-BA6D-4F2681DC09B5}">
      <dgm:prSet/>
      <dgm:spPr/>
      <dgm:t>
        <a:bodyPr/>
        <a:lstStyle/>
        <a:p>
          <a:r>
            <a:rPr lang="en-KE" b="1" i="0" baseline="0"/>
            <a:t>User Interface:</a:t>
          </a:r>
          <a:r>
            <a:rPr lang="en-KE" b="0" i="0" baseline="0"/>
            <a:t> Built using </a:t>
          </a:r>
          <a:r>
            <a:rPr lang="en-KE" b="1" i="0" baseline="0"/>
            <a:t>Streamlit</a:t>
          </a:r>
          <a:r>
            <a:rPr lang="en-KE" b="0" i="0" baseline="0"/>
            <a:t> for a simple web application experience.</a:t>
          </a:r>
          <a:endParaRPr lang="en-US"/>
        </a:p>
      </dgm:t>
    </dgm:pt>
    <dgm:pt modelId="{0DAE699B-26DD-43FE-A779-CF59BAE66D5A}" type="parTrans" cxnId="{C21AE5E9-05B9-4DFC-A9BA-1228C7602645}">
      <dgm:prSet/>
      <dgm:spPr/>
      <dgm:t>
        <a:bodyPr/>
        <a:lstStyle/>
        <a:p>
          <a:endParaRPr lang="en-US"/>
        </a:p>
      </dgm:t>
    </dgm:pt>
    <dgm:pt modelId="{5B3E443D-72CE-45C9-8AD2-F66A4D68EB28}" type="sibTrans" cxnId="{C21AE5E9-05B9-4DFC-A9BA-1228C7602645}">
      <dgm:prSet/>
      <dgm:spPr/>
      <dgm:t>
        <a:bodyPr/>
        <a:lstStyle/>
        <a:p>
          <a:endParaRPr lang="en-US"/>
        </a:p>
      </dgm:t>
    </dgm:pt>
    <dgm:pt modelId="{2C1F8E60-52C5-4499-9735-AD7948FDEB7C}">
      <dgm:prSet/>
      <dgm:spPr/>
      <dgm:t>
        <a:bodyPr/>
        <a:lstStyle/>
        <a:p>
          <a:r>
            <a:rPr lang="en-KE" b="1" i="0" baseline="0"/>
            <a:t>Functionality:</a:t>
          </a:r>
          <a:r>
            <a:rPr lang="en-KE" b="0" i="0" baseline="0"/>
            <a:t> Users can enter text, click a "Predict Language" button, and view the results.</a:t>
          </a:r>
          <a:endParaRPr lang="en-US"/>
        </a:p>
      </dgm:t>
    </dgm:pt>
    <dgm:pt modelId="{ACC24EC5-F5E0-4F01-BC22-350CED6FF3C8}" type="parTrans" cxnId="{9222C8C8-3DA4-426B-9976-32BA87E96007}">
      <dgm:prSet/>
      <dgm:spPr/>
      <dgm:t>
        <a:bodyPr/>
        <a:lstStyle/>
        <a:p>
          <a:endParaRPr lang="en-US"/>
        </a:p>
      </dgm:t>
    </dgm:pt>
    <dgm:pt modelId="{8DAA9E30-F91A-4B9C-A860-DB9A332D11CA}" type="sibTrans" cxnId="{9222C8C8-3DA4-426B-9976-32BA87E96007}">
      <dgm:prSet/>
      <dgm:spPr/>
      <dgm:t>
        <a:bodyPr/>
        <a:lstStyle/>
        <a:p>
          <a:endParaRPr lang="en-US"/>
        </a:p>
      </dgm:t>
    </dgm:pt>
    <dgm:pt modelId="{0E5B9E4F-F765-4E50-A756-B0E7C35A829E}">
      <dgm:prSet/>
      <dgm:spPr/>
      <dgm:t>
        <a:bodyPr/>
        <a:lstStyle/>
        <a:p>
          <a:r>
            <a:rPr lang="en-KE" b="1" i="0" baseline="0"/>
            <a:t>NLP Tools:</a:t>
          </a:r>
          <a:r>
            <a:rPr lang="en-KE" b="0" i="0" baseline="0"/>
            <a:t> scikit-learn (TfidfVectorizer, MultinomialNB, LogisticRegression, VotingClassifier, CalibratedClassifierCV), streamlit, matplotlib, pandas, numpy, re, os, zipfile, string, random, datetime.</a:t>
          </a:r>
          <a:endParaRPr lang="en-US"/>
        </a:p>
      </dgm:t>
    </dgm:pt>
    <dgm:pt modelId="{E476ED2B-4A3E-4B8E-BB92-B3E17B4A95FC}" type="parTrans" cxnId="{7259A8F8-B629-473E-9016-4AF7545D2C11}">
      <dgm:prSet/>
      <dgm:spPr/>
      <dgm:t>
        <a:bodyPr/>
        <a:lstStyle/>
        <a:p>
          <a:endParaRPr lang="en-US"/>
        </a:p>
      </dgm:t>
    </dgm:pt>
    <dgm:pt modelId="{CC699EF6-C179-46B6-8221-BB4F1090115F}" type="sibTrans" cxnId="{7259A8F8-B629-473E-9016-4AF7545D2C11}">
      <dgm:prSet/>
      <dgm:spPr/>
      <dgm:t>
        <a:bodyPr/>
        <a:lstStyle/>
        <a:p>
          <a:endParaRPr lang="en-US"/>
        </a:p>
      </dgm:t>
    </dgm:pt>
    <dgm:pt modelId="{C72802DA-B3AD-4821-ABC2-60922E731ECE}" type="pres">
      <dgm:prSet presAssocID="{EFE529C0-7AEE-4524-92B7-C883B711B335}" presName="root" presStyleCnt="0">
        <dgm:presLayoutVars>
          <dgm:dir/>
          <dgm:resizeHandles val="exact"/>
        </dgm:presLayoutVars>
      </dgm:prSet>
      <dgm:spPr/>
    </dgm:pt>
    <dgm:pt modelId="{212CF46C-B2A8-4BC9-95E3-1F446B7F016A}" type="pres">
      <dgm:prSet presAssocID="{F94948FE-BFCF-49E7-BA6D-4F2681DC09B5}" presName="compNode" presStyleCnt="0"/>
      <dgm:spPr/>
    </dgm:pt>
    <dgm:pt modelId="{2B53239B-6807-415F-8045-4352F2E3F4CC}" type="pres">
      <dgm:prSet presAssocID="{F94948FE-BFCF-49E7-BA6D-4F2681DC09B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49DA8F6-713A-42C2-9FF4-3AD76D591863}" type="pres">
      <dgm:prSet presAssocID="{F94948FE-BFCF-49E7-BA6D-4F2681DC09B5}" presName="spaceRect" presStyleCnt="0"/>
      <dgm:spPr/>
    </dgm:pt>
    <dgm:pt modelId="{3045328F-8266-40E6-80A8-81051983E961}" type="pres">
      <dgm:prSet presAssocID="{F94948FE-BFCF-49E7-BA6D-4F2681DC09B5}" presName="textRect" presStyleLbl="revTx" presStyleIdx="0" presStyleCnt="3">
        <dgm:presLayoutVars>
          <dgm:chMax val="1"/>
          <dgm:chPref val="1"/>
        </dgm:presLayoutVars>
      </dgm:prSet>
      <dgm:spPr/>
    </dgm:pt>
    <dgm:pt modelId="{BE78687A-58FF-4018-BFF6-361DFE114CC7}" type="pres">
      <dgm:prSet presAssocID="{5B3E443D-72CE-45C9-8AD2-F66A4D68EB28}" presName="sibTrans" presStyleCnt="0"/>
      <dgm:spPr/>
    </dgm:pt>
    <dgm:pt modelId="{F1E9127B-8F34-4E58-9FAB-4A7DB3AE18BA}" type="pres">
      <dgm:prSet presAssocID="{2C1F8E60-52C5-4499-9735-AD7948FDEB7C}" presName="compNode" presStyleCnt="0"/>
      <dgm:spPr/>
    </dgm:pt>
    <dgm:pt modelId="{C5F513A6-A2A7-481E-A220-259E0D222FA0}" type="pres">
      <dgm:prSet presAssocID="{2C1F8E60-52C5-4499-9735-AD7948FDEB7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A66683E3-80D2-40E3-8F35-A906356A9402}" type="pres">
      <dgm:prSet presAssocID="{2C1F8E60-52C5-4499-9735-AD7948FDEB7C}" presName="spaceRect" presStyleCnt="0"/>
      <dgm:spPr/>
    </dgm:pt>
    <dgm:pt modelId="{7A2094F5-6EE4-40AC-8CF1-015EE25AFCB2}" type="pres">
      <dgm:prSet presAssocID="{2C1F8E60-52C5-4499-9735-AD7948FDEB7C}" presName="textRect" presStyleLbl="revTx" presStyleIdx="1" presStyleCnt="3">
        <dgm:presLayoutVars>
          <dgm:chMax val="1"/>
          <dgm:chPref val="1"/>
        </dgm:presLayoutVars>
      </dgm:prSet>
      <dgm:spPr/>
    </dgm:pt>
    <dgm:pt modelId="{E326047A-BB6F-4C2E-8932-AFF918E309B0}" type="pres">
      <dgm:prSet presAssocID="{8DAA9E30-F91A-4B9C-A860-DB9A332D11CA}" presName="sibTrans" presStyleCnt="0"/>
      <dgm:spPr/>
    </dgm:pt>
    <dgm:pt modelId="{61AE524E-8FBA-41BC-8D3E-4A4EEDD324A0}" type="pres">
      <dgm:prSet presAssocID="{0E5B9E4F-F765-4E50-A756-B0E7C35A829E}" presName="compNode" presStyleCnt="0"/>
      <dgm:spPr/>
    </dgm:pt>
    <dgm:pt modelId="{4FC4F5D6-5E36-4AF3-A237-40C1D217A2EA}" type="pres">
      <dgm:prSet presAssocID="{0E5B9E4F-F765-4E50-A756-B0E7C35A829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83409D7-0561-4997-8ADE-11B0997F8717}" type="pres">
      <dgm:prSet presAssocID="{0E5B9E4F-F765-4E50-A756-B0E7C35A829E}" presName="spaceRect" presStyleCnt="0"/>
      <dgm:spPr/>
    </dgm:pt>
    <dgm:pt modelId="{9BFB34A0-F299-4FDF-AA20-2018F313BCB3}" type="pres">
      <dgm:prSet presAssocID="{0E5B9E4F-F765-4E50-A756-B0E7C35A829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1270C1B-F715-4620-8799-9DC22AE7818D}" type="presOf" srcId="{EFE529C0-7AEE-4524-92B7-C883B711B335}" destId="{C72802DA-B3AD-4821-ABC2-60922E731ECE}" srcOrd="0" destOrd="0" presId="urn:microsoft.com/office/officeart/2018/2/layout/IconLabelList"/>
    <dgm:cxn modelId="{1219179B-F830-4144-80F8-01DBFF0194FB}" type="presOf" srcId="{0E5B9E4F-F765-4E50-A756-B0E7C35A829E}" destId="{9BFB34A0-F299-4FDF-AA20-2018F313BCB3}" srcOrd="0" destOrd="0" presId="urn:microsoft.com/office/officeart/2018/2/layout/IconLabelList"/>
    <dgm:cxn modelId="{F278DAC4-F020-44FB-B9D4-BEB7178FE9A8}" type="presOf" srcId="{F94948FE-BFCF-49E7-BA6D-4F2681DC09B5}" destId="{3045328F-8266-40E6-80A8-81051983E961}" srcOrd="0" destOrd="0" presId="urn:microsoft.com/office/officeart/2018/2/layout/IconLabelList"/>
    <dgm:cxn modelId="{9222C8C8-3DA4-426B-9976-32BA87E96007}" srcId="{EFE529C0-7AEE-4524-92B7-C883B711B335}" destId="{2C1F8E60-52C5-4499-9735-AD7948FDEB7C}" srcOrd="1" destOrd="0" parTransId="{ACC24EC5-F5E0-4F01-BC22-350CED6FF3C8}" sibTransId="{8DAA9E30-F91A-4B9C-A860-DB9A332D11CA}"/>
    <dgm:cxn modelId="{5EEB25E0-E993-4535-A2D5-BDE21FC403A2}" type="presOf" srcId="{2C1F8E60-52C5-4499-9735-AD7948FDEB7C}" destId="{7A2094F5-6EE4-40AC-8CF1-015EE25AFCB2}" srcOrd="0" destOrd="0" presId="urn:microsoft.com/office/officeart/2018/2/layout/IconLabelList"/>
    <dgm:cxn modelId="{C21AE5E9-05B9-4DFC-A9BA-1228C7602645}" srcId="{EFE529C0-7AEE-4524-92B7-C883B711B335}" destId="{F94948FE-BFCF-49E7-BA6D-4F2681DC09B5}" srcOrd="0" destOrd="0" parTransId="{0DAE699B-26DD-43FE-A779-CF59BAE66D5A}" sibTransId="{5B3E443D-72CE-45C9-8AD2-F66A4D68EB28}"/>
    <dgm:cxn modelId="{7259A8F8-B629-473E-9016-4AF7545D2C11}" srcId="{EFE529C0-7AEE-4524-92B7-C883B711B335}" destId="{0E5B9E4F-F765-4E50-A756-B0E7C35A829E}" srcOrd="2" destOrd="0" parTransId="{E476ED2B-4A3E-4B8E-BB92-B3E17B4A95FC}" sibTransId="{CC699EF6-C179-46B6-8221-BB4F1090115F}"/>
    <dgm:cxn modelId="{AE901F10-0DA3-4C78-B567-7C5DA2957660}" type="presParOf" srcId="{C72802DA-B3AD-4821-ABC2-60922E731ECE}" destId="{212CF46C-B2A8-4BC9-95E3-1F446B7F016A}" srcOrd="0" destOrd="0" presId="urn:microsoft.com/office/officeart/2018/2/layout/IconLabelList"/>
    <dgm:cxn modelId="{6ABCEF8D-BE16-45D6-BF24-D7946010E758}" type="presParOf" srcId="{212CF46C-B2A8-4BC9-95E3-1F446B7F016A}" destId="{2B53239B-6807-415F-8045-4352F2E3F4CC}" srcOrd="0" destOrd="0" presId="urn:microsoft.com/office/officeart/2018/2/layout/IconLabelList"/>
    <dgm:cxn modelId="{8285B969-6B96-4418-8529-0C8D9FAFC76C}" type="presParOf" srcId="{212CF46C-B2A8-4BC9-95E3-1F446B7F016A}" destId="{349DA8F6-713A-42C2-9FF4-3AD76D591863}" srcOrd="1" destOrd="0" presId="urn:microsoft.com/office/officeart/2018/2/layout/IconLabelList"/>
    <dgm:cxn modelId="{4993A964-57EB-47F0-A6AD-A10D13F8FE46}" type="presParOf" srcId="{212CF46C-B2A8-4BC9-95E3-1F446B7F016A}" destId="{3045328F-8266-40E6-80A8-81051983E961}" srcOrd="2" destOrd="0" presId="urn:microsoft.com/office/officeart/2018/2/layout/IconLabelList"/>
    <dgm:cxn modelId="{610469D0-965C-4FCB-8B4B-B0A042FFD7FA}" type="presParOf" srcId="{C72802DA-B3AD-4821-ABC2-60922E731ECE}" destId="{BE78687A-58FF-4018-BFF6-361DFE114CC7}" srcOrd="1" destOrd="0" presId="urn:microsoft.com/office/officeart/2018/2/layout/IconLabelList"/>
    <dgm:cxn modelId="{D9FDB8FB-0E57-40D9-A26E-164F31D6F963}" type="presParOf" srcId="{C72802DA-B3AD-4821-ABC2-60922E731ECE}" destId="{F1E9127B-8F34-4E58-9FAB-4A7DB3AE18BA}" srcOrd="2" destOrd="0" presId="urn:microsoft.com/office/officeart/2018/2/layout/IconLabelList"/>
    <dgm:cxn modelId="{8F76F7D5-EBBB-44E1-914F-CAC45989727B}" type="presParOf" srcId="{F1E9127B-8F34-4E58-9FAB-4A7DB3AE18BA}" destId="{C5F513A6-A2A7-481E-A220-259E0D222FA0}" srcOrd="0" destOrd="0" presId="urn:microsoft.com/office/officeart/2018/2/layout/IconLabelList"/>
    <dgm:cxn modelId="{DB066AC6-7DC5-4B2D-AAE7-C4FCE6FEB0C5}" type="presParOf" srcId="{F1E9127B-8F34-4E58-9FAB-4A7DB3AE18BA}" destId="{A66683E3-80D2-40E3-8F35-A906356A9402}" srcOrd="1" destOrd="0" presId="urn:microsoft.com/office/officeart/2018/2/layout/IconLabelList"/>
    <dgm:cxn modelId="{0392D55F-B20C-4DF5-BED8-C9E7AD6DF171}" type="presParOf" srcId="{F1E9127B-8F34-4E58-9FAB-4A7DB3AE18BA}" destId="{7A2094F5-6EE4-40AC-8CF1-015EE25AFCB2}" srcOrd="2" destOrd="0" presId="urn:microsoft.com/office/officeart/2018/2/layout/IconLabelList"/>
    <dgm:cxn modelId="{8A125F42-F87E-4BD3-AFBB-6732713E6F7A}" type="presParOf" srcId="{C72802DA-B3AD-4821-ABC2-60922E731ECE}" destId="{E326047A-BB6F-4C2E-8932-AFF918E309B0}" srcOrd="3" destOrd="0" presId="urn:microsoft.com/office/officeart/2018/2/layout/IconLabelList"/>
    <dgm:cxn modelId="{FE3066EE-60DF-4FA2-89B0-7AEAD2F89497}" type="presParOf" srcId="{C72802DA-B3AD-4821-ABC2-60922E731ECE}" destId="{61AE524E-8FBA-41BC-8D3E-4A4EEDD324A0}" srcOrd="4" destOrd="0" presId="urn:microsoft.com/office/officeart/2018/2/layout/IconLabelList"/>
    <dgm:cxn modelId="{383DAC42-415B-4C80-BD89-25D01CD1EFF9}" type="presParOf" srcId="{61AE524E-8FBA-41BC-8D3E-4A4EEDD324A0}" destId="{4FC4F5D6-5E36-4AF3-A237-40C1D217A2EA}" srcOrd="0" destOrd="0" presId="urn:microsoft.com/office/officeart/2018/2/layout/IconLabelList"/>
    <dgm:cxn modelId="{DA5DF4AE-EB05-4324-AB1E-36CC079E0E1D}" type="presParOf" srcId="{61AE524E-8FBA-41BC-8D3E-4A4EEDD324A0}" destId="{383409D7-0561-4997-8ADE-11B0997F8717}" srcOrd="1" destOrd="0" presId="urn:microsoft.com/office/officeart/2018/2/layout/IconLabelList"/>
    <dgm:cxn modelId="{B123ADD1-FDA3-4CA2-A940-A29977FA1CD5}" type="presParOf" srcId="{61AE524E-8FBA-41BC-8D3E-4A4EEDD324A0}" destId="{9BFB34A0-F299-4FDF-AA20-2018F313BC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E5224B-634D-413D-896B-5B016F5193F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A00987A-7AE2-4A00-9593-BFF7A426519B}">
      <dgm:prSet/>
      <dgm:spPr/>
      <dgm:t>
        <a:bodyPr/>
        <a:lstStyle/>
        <a:p>
          <a:r>
            <a:rPr lang="en-KE" b="1" i="0" baseline="0"/>
            <a:t>Libraries:</a:t>
          </a:r>
          <a:r>
            <a:rPr lang="en-KE" b="0" i="0" baseline="0"/>
            <a:t> streamlit, scikit-learn, pandas, numpy, and nltk.</a:t>
          </a:r>
          <a:endParaRPr lang="en-US"/>
        </a:p>
      </dgm:t>
    </dgm:pt>
    <dgm:pt modelId="{4FAC61D3-0C21-4235-8535-479C776D6DB3}" type="parTrans" cxnId="{91EF1540-2530-41E7-B1D2-F426CE57D576}">
      <dgm:prSet/>
      <dgm:spPr/>
      <dgm:t>
        <a:bodyPr/>
        <a:lstStyle/>
        <a:p>
          <a:endParaRPr lang="en-US"/>
        </a:p>
      </dgm:t>
    </dgm:pt>
    <dgm:pt modelId="{EFEF1253-AF7D-4973-8A6E-53EAF3F8D08A}" type="sibTrans" cxnId="{91EF1540-2530-41E7-B1D2-F426CE57D57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D9CB1BC-D2E4-4F12-A026-C998EB2D6474}">
      <dgm:prSet/>
      <dgm:spPr/>
      <dgm:t>
        <a:bodyPr/>
        <a:lstStyle/>
        <a:p>
          <a:r>
            <a:rPr lang="en-KE" b="1" i="0" baseline="0"/>
            <a:t>Language Tools:</a:t>
          </a:r>
          <a:r>
            <a:rPr lang="en-KE" b="0" i="0" baseline="0"/>
            <a:t> langdetect and googletrans==4.0.0rc1.</a:t>
          </a:r>
          <a:endParaRPr lang="en-US"/>
        </a:p>
      </dgm:t>
    </dgm:pt>
    <dgm:pt modelId="{0D8F46FE-2894-4BB0-B8B5-7E0F4BE959C9}" type="parTrans" cxnId="{D3AE96BD-E20E-4B72-BCE2-23F58590C227}">
      <dgm:prSet/>
      <dgm:spPr/>
      <dgm:t>
        <a:bodyPr/>
        <a:lstStyle/>
        <a:p>
          <a:endParaRPr lang="en-US"/>
        </a:p>
      </dgm:t>
    </dgm:pt>
    <dgm:pt modelId="{EAD501FE-6CA0-4BDE-8FD9-1252ACEA259A}" type="sibTrans" cxnId="{D3AE96BD-E20E-4B72-BCE2-23F58590C227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61600A0D-C5C3-43AE-B24F-82109C61E920}">
      <dgm:prSet/>
      <dgm:spPr/>
      <dgm:t>
        <a:bodyPr/>
        <a:lstStyle/>
        <a:p>
          <a:r>
            <a:rPr lang="en-KE" b="1" i="0" baseline="0"/>
            <a:t>Core Versions:</a:t>
          </a:r>
          <a:r>
            <a:rPr lang="en-KE" b="0" i="0" baseline="0"/>
            <a:t> Pandas and NumPy (versions not pinned in requirements.txt).</a:t>
          </a:r>
          <a:endParaRPr lang="en-US"/>
        </a:p>
      </dgm:t>
    </dgm:pt>
    <dgm:pt modelId="{19220A2F-7D29-4395-B012-E6CB56699B82}" type="parTrans" cxnId="{0881853B-74C7-4BFE-A16F-CC19B2C494D9}">
      <dgm:prSet/>
      <dgm:spPr/>
      <dgm:t>
        <a:bodyPr/>
        <a:lstStyle/>
        <a:p>
          <a:endParaRPr lang="en-US"/>
        </a:p>
      </dgm:t>
    </dgm:pt>
    <dgm:pt modelId="{FE3CB936-BC7D-4C55-86D0-96C13E73060A}" type="sibTrans" cxnId="{0881853B-74C7-4BFE-A16F-CC19B2C494D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78661433-FC26-4F1E-B4E4-2CF5EBF137F8}" type="pres">
      <dgm:prSet presAssocID="{82E5224B-634D-413D-896B-5B016F5193FD}" presName="Name0" presStyleCnt="0">
        <dgm:presLayoutVars>
          <dgm:animLvl val="lvl"/>
          <dgm:resizeHandles val="exact"/>
        </dgm:presLayoutVars>
      </dgm:prSet>
      <dgm:spPr/>
    </dgm:pt>
    <dgm:pt modelId="{62FE7CCC-276A-4EBC-9504-D733F29CF75D}" type="pres">
      <dgm:prSet presAssocID="{6A00987A-7AE2-4A00-9593-BFF7A426519B}" presName="compositeNode" presStyleCnt="0">
        <dgm:presLayoutVars>
          <dgm:bulletEnabled val="1"/>
        </dgm:presLayoutVars>
      </dgm:prSet>
      <dgm:spPr/>
    </dgm:pt>
    <dgm:pt modelId="{E3F8B3B8-4364-4764-8A67-92910CA99578}" type="pres">
      <dgm:prSet presAssocID="{6A00987A-7AE2-4A00-9593-BFF7A426519B}" presName="bgRect" presStyleLbl="alignNode1" presStyleIdx="0" presStyleCnt="3"/>
      <dgm:spPr/>
    </dgm:pt>
    <dgm:pt modelId="{DA9CA782-1A38-4D89-8949-7B3426380846}" type="pres">
      <dgm:prSet presAssocID="{EFEF1253-AF7D-4973-8A6E-53EAF3F8D08A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09E2DC8F-1536-4497-915C-0220BE7F59B3}" type="pres">
      <dgm:prSet presAssocID="{6A00987A-7AE2-4A00-9593-BFF7A426519B}" presName="nodeRect" presStyleLbl="alignNode1" presStyleIdx="0" presStyleCnt="3">
        <dgm:presLayoutVars>
          <dgm:bulletEnabled val="1"/>
        </dgm:presLayoutVars>
      </dgm:prSet>
      <dgm:spPr/>
    </dgm:pt>
    <dgm:pt modelId="{8AA95F03-903A-4876-A7DE-5C85FB330D5E}" type="pres">
      <dgm:prSet presAssocID="{EFEF1253-AF7D-4973-8A6E-53EAF3F8D08A}" presName="sibTrans" presStyleCnt="0"/>
      <dgm:spPr/>
    </dgm:pt>
    <dgm:pt modelId="{4B447B16-2E71-4AF6-BB62-3AD192175447}" type="pres">
      <dgm:prSet presAssocID="{4D9CB1BC-D2E4-4F12-A026-C998EB2D6474}" presName="compositeNode" presStyleCnt="0">
        <dgm:presLayoutVars>
          <dgm:bulletEnabled val="1"/>
        </dgm:presLayoutVars>
      </dgm:prSet>
      <dgm:spPr/>
    </dgm:pt>
    <dgm:pt modelId="{4B87B4E4-7557-4525-987E-CDD5E7630E60}" type="pres">
      <dgm:prSet presAssocID="{4D9CB1BC-D2E4-4F12-A026-C998EB2D6474}" presName="bgRect" presStyleLbl="alignNode1" presStyleIdx="1" presStyleCnt="3"/>
      <dgm:spPr/>
    </dgm:pt>
    <dgm:pt modelId="{5D0DAAB0-D81B-408B-A8E3-ECBAF7F3F6EF}" type="pres">
      <dgm:prSet presAssocID="{EAD501FE-6CA0-4BDE-8FD9-1252ACEA259A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E2B8A85-217C-4652-B16D-292517228F89}" type="pres">
      <dgm:prSet presAssocID="{4D9CB1BC-D2E4-4F12-A026-C998EB2D6474}" presName="nodeRect" presStyleLbl="alignNode1" presStyleIdx="1" presStyleCnt="3">
        <dgm:presLayoutVars>
          <dgm:bulletEnabled val="1"/>
        </dgm:presLayoutVars>
      </dgm:prSet>
      <dgm:spPr/>
    </dgm:pt>
    <dgm:pt modelId="{02C6A011-8E15-4351-A0A0-DB4F2493C2E9}" type="pres">
      <dgm:prSet presAssocID="{EAD501FE-6CA0-4BDE-8FD9-1252ACEA259A}" presName="sibTrans" presStyleCnt="0"/>
      <dgm:spPr/>
    </dgm:pt>
    <dgm:pt modelId="{479A4470-782C-43BF-B015-C3421027576D}" type="pres">
      <dgm:prSet presAssocID="{61600A0D-C5C3-43AE-B24F-82109C61E920}" presName="compositeNode" presStyleCnt="0">
        <dgm:presLayoutVars>
          <dgm:bulletEnabled val="1"/>
        </dgm:presLayoutVars>
      </dgm:prSet>
      <dgm:spPr/>
    </dgm:pt>
    <dgm:pt modelId="{CACF220E-9FDF-4350-83E3-4C447C7CE585}" type="pres">
      <dgm:prSet presAssocID="{61600A0D-C5C3-43AE-B24F-82109C61E920}" presName="bgRect" presStyleLbl="alignNode1" presStyleIdx="2" presStyleCnt="3"/>
      <dgm:spPr/>
    </dgm:pt>
    <dgm:pt modelId="{E29E828D-8711-498D-900E-C1D43B151149}" type="pres">
      <dgm:prSet presAssocID="{FE3CB936-BC7D-4C55-86D0-96C13E73060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306A953F-B71F-4ED9-BFC6-FD81837136FC}" type="pres">
      <dgm:prSet presAssocID="{61600A0D-C5C3-43AE-B24F-82109C61E920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8F5B941D-1882-48F6-A494-6B727B47AA4E}" type="presOf" srcId="{EAD501FE-6CA0-4BDE-8FD9-1252ACEA259A}" destId="{5D0DAAB0-D81B-408B-A8E3-ECBAF7F3F6EF}" srcOrd="0" destOrd="0" presId="urn:microsoft.com/office/officeart/2016/7/layout/LinearBlockProcessNumbered"/>
    <dgm:cxn modelId="{0881853B-74C7-4BFE-A16F-CC19B2C494D9}" srcId="{82E5224B-634D-413D-896B-5B016F5193FD}" destId="{61600A0D-C5C3-43AE-B24F-82109C61E920}" srcOrd="2" destOrd="0" parTransId="{19220A2F-7D29-4395-B012-E6CB56699B82}" sibTransId="{FE3CB936-BC7D-4C55-86D0-96C13E73060A}"/>
    <dgm:cxn modelId="{91EF1540-2530-41E7-B1D2-F426CE57D576}" srcId="{82E5224B-634D-413D-896B-5B016F5193FD}" destId="{6A00987A-7AE2-4A00-9593-BFF7A426519B}" srcOrd="0" destOrd="0" parTransId="{4FAC61D3-0C21-4235-8535-479C776D6DB3}" sibTransId="{EFEF1253-AF7D-4973-8A6E-53EAF3F8D08A}"/>
    <dgm:cxn modelId="{0B1F8853-5C84-4A64-8BF4-10028A873C36}" type="presOf" srcId="{6A00987A-7AE2-4A00-9593-BFF7A426519B}" destId="{E3F8B3B8-4364-4764-8A67-92910CA99578}" srcOrd="0" destOrd="0" presId="urn:microsoft.com/office/officeart/2016/7/layout/LinearBlockProcessNumbered"/>
    <dgm:cxn modelId="{8EAA0C78-D363-4879-B350-38F90CADD9E7}" type="presOf" srcId="{61600A0D-C5C3-43AE-B24F-82109C61E920}" destId="{CACF220E-9FDF-4350-83E3-4C447C7CE585}" srcOrd="0" destOrd="0" presId="urn:microsoft.com/office/officeart/2016/7/layout/LinearBlockProcessNumbered"/>
    <dgm:cxn modelId="{34344778-896C-4B10-9BFB-574A46467FD0}" type="presOf" srcId="{6A00987A-7AE2-4A00-9593-BFF7A426519B}" destId="{09E2DC8F-1536-4497-915C-0220BE7F59B3}" srcOrd="1" destOrd="0" presId="urn:microsoft.com/office/officeart/2016/7/layout/LinearBlockProcessNumbered"/>
    <dgm:cxn modelId="{27095682-15A7-4078-A188-EC276404F4B7}" type="presOf" srcId="{61600A0D-C5C3-43AE-B24F-82109C61E920}" destId="{306A953F-B71F-4ED9-BFC6-FD81837136FC}" srcOrd="1" destOrd="0" presId="urn:microsoft.com/office/officeart/2016/7/layout/LinearBlockProcessNumbered"/>
    <dgm:cxn modelId="{519BBA9F-DEEF-44D3-86D4-7E409AD83F43}" type="presOf" srcId="{EFEF1253-AF7D-4973-8A6E-53EAF3F8D08A}" destId="{DA9CA782-1A38-4D89-8949-7B3426380846}" srcOrd="0" destOrd="0" presId="urn:microsoft.com/office/officeart/2016/7/layout/LinearBlockProcessNumbered"/>
    <dgm:cxn modelId="{7C13D1B6-7634-4A17-AA2F-34744CAD1E87}" type="presOf" srcId="{82E5224B-634D-413D-896B-5B016F5193FD}" destId="{78661433-FC26-4F1E-B4E4-2CF5EBF137F8}" srcOrd="0" destOrd="0" presId="urn:microsoft.com/office/officeart/2016/7/layout/LinearBlockProcessNumbered"/>
    <dgm:cxn modelId="{DAA4AAB8-914E-44F2-AA89-CF2854C6C098}" type="presOf" srcId="{4D9CB1BC-D2E4-4F12-A026-C998EB2D6474}" destId="{4B87B4E4-7557-4525-987E-CDD5E7630E60}" srcOrd="0" destOrd="0" presId="urn:microsoft.com/office/officeart/2016/7/layout/LinearBlockProcessNumbered"/>
    <dgm:cxn modelId="{D3AE96BD-E20E-4B72-BCE2-23F58590C227}" srcId="{82E5224B-634D-413D-896B-5B016F5193FD}" destId="{4D9CB1BC-D2E4-4F12-A026-C998EB2D6474}" srcOrd="1" destOrd="0" parTransId="{0D8F46FE-2894-4BB0-B8B5-7E0F4BE959C9}" sibTransId="{EAD501FE-6CA0-4BDE-8FD9-1252ACEA259A}"/>
    <dgm:cxn modelId="{51EDB3C7-B236-43C3-BE23-97289D8FE2CD}" type="presOf" srcId="{FE3CB936-BC7D-4C55-86D0-96C13E73060A}" destId="{E29E828D-8711-498D-900E-C1D43B151149}" srcOrd="0" destOrd="0" presId="urn:microsoft.com/office/officeart/2016/7/layout/LinearBlockProcessNumbered"/>
    <dgm:cxn modelId="{6F967FCD-1306-4F93-8FFF-03D5DDE5143F}" type="presOf" srcId="{4D9CB1BC-D2E4-4F12-A026-C998EB2D6474}" destId="{3E2B8A85-217C-4652-B16D-292517228F89}" srcOrd="1" destOrd="0" presId="urn:microsoft.com/office/officeart/2016/7/layout/LinearBlockProcessNumbered"/>
    <dgm:cxn modelId="{FCF57225-3F0E-4A9C-874B-6498D93EED7A}" type="presParOf" srcId="{78661433-FC26-4F1E-B4E4-2CF5EBF137F8}" destId="{62FE7CCC-276A-4EBC-9504-D733F29CF75D}" srcOrd="0" destOrd="0" presId="urn:microsoft.com/office/officeart/2016/7/layout/LinearBlockProcessNumbered"/>
    <dgm:cxn modelId="{E02A0F48-6E4E-49F5-AFD6-C840103D6480}" type="presParOf" srcId="{62FE7CCC-276A-4EBC-9504-D733F29CF75D}" destId="{E3F8B3B8-4364-4764-8A67-92910CA99578}" srcOrd="0" destOrd="0" presId="urn:microsoft.com/office/officeart/2016/7/layout/LinearBlockProcessNumbered"/>
    <dgm:cxn modelId="{CECA768B-4D6F-4F1F-A4AC-A4FD22771F34}" type="presParOf" srcId="{62FE7CCC-276A-4EBC-9504-D733F29CF75D}" destId="{DA9CA782-1A38-4D89-8949-7B3426380846}" srcOrd="1" destOrd="0" presId="urn:microsoft.com/office/officeart/2016/7/layout/LinearBlockProcessNumbered"/>
    <dgm:cxn modelId="{275D036C-4107-42DE-96B7-1C42D18343AF}" type="presParOf" srcId="{62FE7CCC-276A-4EBC-9504-D733F29CF75D}" destId="{09E2DC8F-1536-4497-915C-0220BE7F59B3}" srcOrd="2" destOrd="0" presId="urn:microsoft.com/office/officeart/2016/7/layout/LinearBlockProcessNumbered"/>
    <dgm:cxn modelId="{952CD2E1-A2F0-4585-BA58-81D1C817C254}" type="presParOf" srcId="{78661433-FC26-4F1E-B4E4-2CF5EBF137F8}" destId="{8AA95F03-903A-4876-A7DE-5C85FB330D5E}" srcOrd="1" destOrd="0" presId="urn:microsoft.com/office/officeart/2016/7/layout/LinearBlockProcessNumbered"/>
    <dgm:cxn modelId="{07A91829-84FA-4FE7-A98D-40F1D7C0C38A}" type="presParOf" srcId="{78661433-FC26-4F1E-B4E4-2CF5EBF137F8}" destId="{4B447B16-2E71-4AF6-BB62-3AD192175447}" srcOrd="2" destOrd="0" presId="urn:microsoft.com/office/officeart/2016/7/layout/LinearBlockProcessNumbered"/>
    <dgm:cxn modelId="{095BAEDE-A93E-4D22-BE71-B36AB0CC6491}" type="presParOf" srcId="{4B447B16-2E71-4AF6-BB62-3AD192175447}" destId="{4B87B4E4-7557-4525-987E-CDD5E7630E60}" srcOrd="0" destOrd="0" presId="urn:microsoft.com/office/officeart/2016/7/layout/LinearBlockProcessNumbered"/>
    <dgm:cxn modelId="{59FF6A06-CE55-41B9-AA34-D407EB774738}" type="presParOf" srcId="{4B447B16-2E71-4AF6-BB62-3AD192175447}" destId="{5D0DAAB0-D81B-408B-A8E3-ECBAF7F3F6EF}" srcOrd="1" destOrd="0" presId="urn:microsoft.com/office/officeart/2016/7/layout/LinearBlockProcessNumbered"/>
    <dgm:cxn modelId="{F912CA7E-F7D5-46B5-B262-7208BC11575C}" type="presParOf" srcId="{4B447B16-2E71-4AF6-BB62-3AD192175447}" destId="{3E2B8A85-217C-4652-B16D-292517228F89}" srcOrd="2" destOrd="0" presId="urn:microsoft.com/office/officeart/2016/7/layout/LinearBlockProcessNumbered"/>
    <dgm:cxn modelId="{76EDF9AA-3C2D-49D4-A0BD-3CC92B21BFC0}" type="presParOf" srcId="{78661433-FC26-4F1E-B4E4-2CF5EBF137F8}" destId="{02C6A011-8E15-4351-A0A0-DB4F2493C2E9}" srcOrd="3" destOrd="0" presId="urn:microsoft.com/office/officeart/2016/7/layout/LinearBlockProcessNumbered"/>
    <dgm:cxn modelId="{ACEB76E3-CBE1-44BF-B612-84E94CAFEC4E}" type="presParOf" srcId="{78661433-FC26-4F1E-B4E4-2CF5EBF137F8}" destId="{479A4470-782C-43BF-B015-C3421027576D}" srcOrd="4" destOrd="0" presId="urn:microsoft.com/office/officeart/2016/7/layout/LinearBlockProcessNumbered"/>
    <dgm:cxn modelId="{5272A870-16D0-47AC-8C40-E942A7B29564}" type="presParOf" srcId="{479A4470-782C-43BF-B015-C3421027576D}" destId="{CACF220E-9FDF-4350-83E3-4C447C7CE585}" srcOrd="0" destOrd="0" presId="urn:microsoft.com/office/officeart/2016/7/layout/LinearBlockProcessNumbered"/>
    <dgm:cxn modelId="{8836E401-87BD-46D5-803B-0C35D1ED8141}" type="presParOf" srcId="{479A4470-782C-43BF-B015-C3421027576D}" destId="{E29E828D-8711-498D-900E-C1D43B151149}" srcOrd="1" destOrd="0" presId="urn:microsoft.com/office/officeart/2016/7/layout/LinearBlockProcessNumbered"/>
    <dgm:cxn modelId="{A53834F6-D68D-4396-A588-6E3F78DDF75C}" type="presParOf" srcId="{479A4470-782C-43BF-B015-C3421027576D}" destId="{306A953F-B71F-4ED9-BFC6-FD81837136F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80C19-8453-4F4B-A1DD-D99C66393223}">
      <dsp:nvSpPr>
        <dsp:cNvPr id="0" name=""/>
        <dsp:cNvSpPr/>
      </dsp:nvSpPr>
      <dsp:spPr>
        <a:xfrm>
          <a:off x="396377" y="1301346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EA6432-DFCD-43F2-9D81-A2A2D15DC5BF}">
      <dsp:nvSpPr>
        <dsp:cNvPr id="0" name=""/>
        <dsp:cNvSpPr/>
      </dsp:nvSpPr>
      <dsp:spPr>
        <a:xfrm>
          <a:off x="652315" y="155728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1FA08-8607-4BDF-9576-63F919668CB4}">
      <dsp:nvSpPr>
        <dsp:cNvPr id="0" name=""/>
        <dsp:cNvSpPr/>
      </dsp:nvSpPr>
      <dsp:spPr>
        <a:xfrm>
          <a:off x="12471" y="2876346"/>
          <a:ext cx="196875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KE" sz="1100" b="1" i="0" kern="1200" baseline="0"/>
            <a:t>Goal:</a:t>
          </a:r>
          <a:r>
            <a:rPr lang="en-KE" sz="1100" b="0" i="0" kern="1200" baseline="0"/>
            <a:t> To develop a Natural Language Processing (NLP) system that automatically identifies the language of short text inputs.</a:t>
          </a:r>
          <a:endParaRPr lang="en-US" sz="1100" kern="1200"/>
        </a:p>
      </dsp:txBody>
      <dsp:txXfrm>
        <a:off x="12471" y="2876346"/>
        <a:ext cx="1968750" cy="787500"/>
      </dsp:txXfrm>
    </dsp:sp>
    <dsp:sp modelId="{5E2A315E-1264-431E-A86F-22EF3F950BF3}">
      <dsp:nvSpPr>
        <dsp:cNvPr id="0" name=""/>
        <dsp:cNvSpPr/>
      </dsp:nvSpPr>
      <dsp:spPr>
        <a:xfrm>
          <a:off x="2709659" y="1301346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42FC11-0C10-4F0F-BF0A-1DD322F0CAF7}">
      <dsp:nvSpPr>
        <dsp:cNvPr id="0" name=""/>
        <dsp:cNvSpPr/>
      </dsp:nvSpPr>
      <dsp:spPr>
        <a:xfrm>
          <a:off x="2965596" y="155728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B0371F-3F19-4C70-B020-3FE3DF14F490}">
      <dsp:nvSpPr>
        <dsp:cNvPr id="0" name=""/>
        <dsp:cNvSpPr/>
      </dsp:nvSpPr>
      <dsp:spPr>
        <a:xfrm>
          <a:off x="2325752" y="2876346"/>
          <a:ext cx="196875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KE" sz="1100" b="1" i="0" kern="1200" baseline="0"/>
            <a:t>Target Languages:</a:t>
          </a:r>
          <a:r>
            <a:rPr lang="en-KE" sz="1100" b="0" i="0" kern="1200" baseline="0"/>
            <a:t> English, Swahili, Sheng, and Lubukusu.</a:t>
          </a:r>
          <a:endParaRPr lang="en-US" sz="1100" kern="1200"/>
        </a:p>
      </dsp:txBody>
      <dsp:txXfrm>
        <a:off x="2325752" y="2876346"/>
        <a:ext cx="1968750" cy="787500"/>
      </dsp:txXfrm>
    </dsp:sp>
    <dsp:sp modelId="{8C0F2374-78F7-4E5E-B0AE-B03676380BDF}">
      <dsp:nvSpPr>
        <dsp:cNvPr id="0" name=""/>
        <dsp:cNvSpPr/>
      </dsp:nvSpPr>
      <dsp:spPr>
        <a:xfrm>
          <a:off x="5022940" y="1301346"/>
          <a:ext cx="1200937" cy="1200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2B5529-36EB-40D0-8B1F-5CD04EE3AEFE}">
      <dsp:nvSpPr>
        <dsp:cNvPr id="0" name=""/>
        <dsp:cNvSpPr/>
      </dsp:nvSpPr>
      <dsp:spPr>
        <a:xfrm>
          <a:off x="5278877" y="155728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248AB2-7D5C-47D7-B22F-357ADDA9DD8D}">
      <dsp:nvSpPr>
        <dsp:cNvPr id="0" name=""/>
        <dsp:cNvSpPr/>
      </dsp:nvSpPr>
      <dsp:spPr>
        <a:xfrm>
          <a:off x="4639034" y="2876346"/>
          <a:ext cx="196875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KE" sz="1100" b="1" i="0" kern="1200" baseline="0"/>
            <a:t>User Interaction:</a:t>
          </a:r>
          <a:r>
            <a:rPr lang="en-KE" sz="1100" b="0" i="0" kern="1200" baseline="0"/>
            <a:t> The system accepts text from a user and predicts the language automatically</a:t>
          </a:r>
          <a:endParaRPr lang="en-US" sz="1100" kern="1200"/>
        </a:p>
      </dsp:txBody>
      <dsp:txXfrm>
        <a:off x="4639034" y="2876346"/>
        <a:ext cx="1968750" cy="78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A31B11-7D25-49FA-83AE-90070CCB35D8}">
      <dsp:nvSpPr>
        <dsp:cNvPr id="0" name=""/>
        <dsp:cNvSpPr/>
      </dsp:nvSpPr>
      <dsp:spPr>
        <a:xfrm>
          <a:off x="1080468" y="32256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70DCC3-EBD2-4D48-AC03-9A914BD09069}">
      <dsp:nvSpPr>
        <dsp:cNvPr id="0" name=""/>
        <dsp:cNvSpPr/>
      </dsp:nvSpPr>
      <dsp:spPr>
        <a:xfrm>
          <a:off x="1314468" y="26625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6E972-F89B-4849-8DD5-56AA0310A477}">
      <dsp:nvSpPr>
        <dsp:cNvPr id="0" name=""/>
        <dsp:cNvSpPr/>
      </dsp:nvSpPr>
      <dsp:spPr>
        <a:xfrm>
          <a:off x="729468" y="1472256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KE" sz="1100" b="1" i="0" kern="1200" baseline="0"/>
            <a:t>Data Sources:</a:t>
          </a:r>
          <a:r>
            <a:rPr lang="en-KE" sz="1100" b="0" i="0" kern="1200" baseline="0"/>
            <a:t> All data was manually collected (source: manual_collection) — short text samples written or transcribed directly for this project.</a:t>
          </a:r>
          <a:endParaRPr lang="en-US" sz="1100" kern="1200"/>
        </a:p>
      </dsp:txBody>
      <dsp:txXfrm>
        <a:off x="729468" y="1472256"/>
        <a:ext cx="1800000" cy="922500"/>
      </dsp:txXfrm>
    </dsp:sp>
    <dsp:sp modelId="{B392817B-B71B-4642-9A32-247215637975}">
      <dsp:nvSpPr>
        <dsp:cNvPr id="0" name=""/>
        <dsp:cNvSpPr/>
      </dsp:nvSpPr>
      <dsp:spPr>
        <a:xfrm>
          <a:off x="3195468" y="32256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5AA21-616C-4497-865F-7CA17DE5EB7D}">
      <dsp:nvSpPr>
        <dsp:cNvPr id="0" name=""/>
        <dsp:cNvSpPr/>
      </dsp:nvSpPr>
      <dsp:spPr>
        <a:xfrm>
          <a:off x="3429468" y="26625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3ACCA-7EB5-4BF3-AF91-D472B2F17803}">
      <dsp:nvSpPr>
        <dsp:cNvPr id="0" name=""/>
        <dsp:cNvSpPr/>
      </dsp:nvSpPr>
      <dsp:spPr>
        <a:xfrm>
          <a:off x="2844468" y="1472256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KE" sz="1100" b="1" i="0" kern="1200" baseline="0"/>
            <a:t>Dataset Requirements:</a:t>
          </a:r>
          <a:r>
            <a:rPr lang="en-KE" sz="1100" b="0" i="0" kern="1200" baseline="0"/>
            <a:t> Short sentences (1–2 sentences) with a balanced count per language.</a:t>
          </a:r>
          <a:endParaRPr lang="en-US" sz="1100" kern="1200"/>
        </a:p>
      </dsp:txBody>
      <dsp:txXfrm>
        <a:off x="2844468" y="1472256"/>
        <a:ext cx="1800000" cy="922500"/>
      </dsp:txXfrm>
    </dsp:sp>
    <dsp:sp modelId="{1F858F6F-95DC-4B21-9285-235B68131FA2}">
      <dsp:nvSpPr>
        <dsp:cNvPr id="0" name=""/>
        <dsp:cNvSpPr/>
      </dsp:nvSpPr>
      <dsp:spPr>
        <a:xfrm>
          <a:off x="5310468" y="32256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6DBDB-CCCD-4003-A410-7641A7543428}">
      <dsp:nvSpPr>
        <dsp:cNvPr id="0" name=""/>
        <dsp:cNvSpPr/>
      </dsp:nvSpPr>
      <dsp:spPr>
        <a:xfrm>
          <a:off x="5544468" y="26625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50B61-924A-41C6-92F0-870E348207E4}">
      <dsp:nvSpPr>
        <dsp:cNvPr id="0" name=""/>
        <dsp:cNvSpPr/>
      </dsp:nvSpPr>
      <dsp:spPr>
        <a:xfrm>
          <a:off x="4959468" y="1472256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KE" sz="1100" b="1" i="0" kern="1200" baseline="0"/>
            <a:t>Storage:</a:t>
          </a:r>
          <a:r>
            <a:rPr lang="en-KE" sz="1100" b="0" i="0" kern="1200" baseline="0"/>
            <a:t> The final dataset is stored in CSV format.</a:t>
          </a:r>
          <a:endParaRPr lang="en-US" sz="1100" kern="1200"/>
        </a:p>
      </dsp:txBody>
      <dsp:txXfrm>
        <a:off x="4959468" y="1472256"/>
        <a:ext cx="1800000" cy="922500"/>
      </dsp:txXfrm>
    </dsp:sp>
    <dsp:sp modelId="{E2B3325E-10E4-4E05-B2F5-6751363DD97A}">
      <dsp:nvSpPr>
        <dsp:cNvPr id="0" name=""/>
        <dsp:cNvSpPr/>
      </dsp:nvSpPr>
      <dsp:spPr>
        <a:xfrm>
          <a:off x="3195468" y="2844756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C7B26-5B46-4A81-AE6F-770C02D04D27}">
      <dsp:nvSpPr>
        <dsp:cNvPr id="0" name=""/>
        <dsp:cNvSpPr/>
      </dsp:nvSpPr>
      <dsp:spPr>
        <a:xfrm>
          <a:off x="3429468" y="3078756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4406B-31D3-42F2-B0D3-4698D047B325}">
      <dsp:nvSpPr>
        <dsp:cNvPr id="0" name=""/>
        <dsp:cNvSpPr/>
      </dsp:nvSpPr>
      <dsp:spPr>
        <a:xfrm>
          <a:off x="2844468" y="4284756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KE" sz="1100" b="1" i="0" kern="1200" baseline="0"/>
            <a:t>Ground Truth:</a:t>
          </a:r>
          <a:r>
            <a:rPr lang="en-KE" sz="1100" b="0" i="0" kern="1200" baseline="0"/>
            <a:t> Each sample is assigned a correct language label to serve as the "Ground Truth" for supervised learning.</a:t>
          </a:r>
          <a:endParaRPr lang="en-US" sz="1100" kern="1200"/>
        </a:p>
      </dsp:txBody>
      <dsp:txXfrm>
        <a:off x="2844468" y="4284756"/>
        <a:ext cx="1800000" cy="92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1AD13-7BF3-4709-AC20-77DCB1D4FC4A}">
      <dsp:nvSpPr>
        <dsp:cNvPr id="0" name=""/>
        <dsp:cNvSpPr/>
      </dsp:nvSpPr>
      <dsp:spPr>
        <a:xfrm>
          <a:off x="0" y="2558"/>
          <a:ext cx="74889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90107-3E8F-4DB4-A7C3-5007E835A4E3}">
      <dsp:nvSpPr>
        <dsp:cNvPr id="0" name=""/>
        <dsp:cNvSpPr/>
      </dsp:nvSpPr>
      <dsp:spPr>
        <a:xfrm>
          <a:off x="0" y="2558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3200" b="1" i="0" kern="1200" baseline="0"/>
            <a:t>Total Samples:</a:t>
          </a:r>
          <a:r>
            <a:rPr lang="en-KE" sz="3200" b="0" i="0" kern="1200" baseline="0"/>
            <a:t> 1,055 unique sentences.</a:t>
          </a:r>
          <a:endParaRPr lang="en-US" sz="3200" kern="1200"/>
        </a:p>
      </dsp:txBody>
      <dsp:txXfrm>
        <a:off x="0" y="2558"/>
        <a:ext cx="7488936" cy="872399"/>
      </dsp:txXfrm>
    </dsp:sp>
    <dsp:sp modelId="{AD9D4BD3-5E88-4424-A355-B1E23B5F1E16}">
      <dsp:nvSpPr>
        <dsp:cNvPr id="0" name=""/>
        <dsp:cNvSpPr/>
      </dsp:nvSpPr>
      <dsp:spPr>
        <a:xfrm>
          <a:off x="0" y="874957"/>
          <a:ext cx="7488936" cy="0"/>
        </a:xfrm>
        <a:prstGeom prst="line">
          <a:avLst/>
        </a:prstGeom>
        <a:solidFill>
          <a:schemeClr val="accent2">
            <a:hueOff val="-2073801"/>
            <a:satOff val="-4082"/>
            <a:lumOff val="2549"/>
            <a:alphaOff val="0"/>
          </a:schemeClr>
        </a:solidFill>
        <a:ln w="19050" cap="flat" cmpd="sng" algn="ctr">
          <a:solidFill>
            <a:schemeClr val="accent2">
              <a:hueOff val="-2073801"/>
              <a:satOff val="-4082"/>
              <a:lumOff val="2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5191A-24B9-4478-8A11-C8520C7728F3}">
      <dsp:nvSpPr>
        <dsp:cNvPr id="0" name=""/>
        <dsp:cNvSpPr/>
      </dsp:nvSpPr>
      <dsp:spPr>
        <a:xfrm>
          <a:off x="0" y="874957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3200" b="1" i="0" kern="1200" baseline="0"/>
            <a:t>Language Distribution:</a:t>
          </a:r>
          <a:endParaRPr lang="en-US" sz="3200" kern="1200"/>
        </a:p>
      </dsp:txBody>
      <dsp:txXfrm>
        <a:off x="0" y="874957"/>
        <a:ext cx="7488936" cy="872399"/>
      </dsp:txXfrm>
    </dsp:sp>
    <dsp:sp modelId="{8A76E3A9-0DB7-46A0-87A1-F3EAF01E7E11}">
      <dsp:nvSpPr>
        <dsp:cNvPr id="0" name=""/>
        <dsp:cNvSpPr/>
      </dsp:nvSpPr>
      <dsp:spPr>
        <a:xfrm>
          <a:off x="0" y="1747356"/>
          <a:ext cx="7488936" cy="0"/>
        </a:xfrm>
        <a:prstGeom prst="line">
          <a:avLst/>
        </a:prstGeom>
        <a:solidFill>
          <a:schemeClr val="accent2">
            <a:hueOff val="-4147603"/>
            <a:satOff val="-8163"/>
            <a:lumOff val="5098"/>
            <a:alphaOff val="0"/>
          </a:schemeClr>
        </a:solidFill>
        <a:ln w="19050" cap="flat" cmpd="sng" algn="ctr">
          <a:solidFill>
            <a:schemeClr val="accent2">
              <a:hueOff val="-4147603"/>
              <a:satOff val="-8163"/>
              <a:lumOff val="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B7510-D79C-4D02-A396-89B7A39BF019}">
      <dsp:nvSpPr>
        <dsp:cNvPr id="0" name=""/>
        <dsp:cNvSpPr/>
      </dsp:nvSpPr>
      <dsp:spPr>
        <a:xfrm>
          <a:off x="0" y="1747356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3200" b="1" i="0" kern="1200" baseline="0"/>
            <a:t>Lubukusu:</a:t>
          </a:r>
          <a:r>
            <a:rPr lang="en-KE" sz="3200" b="0" i="0" kern="1200" baseline="0"/>
            <a:t> 279 samples (26.4%).</a:t>
          </a:r>
          <a:endParaRPr lang="en-US" sz="3200" kern="1200"/>
        </a:p>
      </dsp:txBody>
      <dsp:txXfrm>
        <a:off x="0" y="1747356"/>
        <a:ext cx="7488936" cy="872399"/>
      </dsp:txXfrm>
    </dsp:sp>
    <dsp:sp modelId="{8CBAE5A2-35B6-4D07-8BA0-554AD468D29D}">
      <dsp:nvSpPr>
        <dsp:cNvPr id="0" name=""/>
        <dsp:cNvSpPr/>
      </dsp:nvSpPr>
      <dsp:spPr>
        <a:xfrm>
          <a:off x="0" y="2619756"/>
          <a:ext cx="7488936" cy="0"/>
        </a:xfrm>
        <a:prstGeom prst="line">
          <a:avLst/>
        </a:prstGeom>
        <a:solidFill>
          <a:schemeClr val="accent2">
            <a:hueOff val="-6221405"/>
            <a:satOff val="-12245"/>
            <a:lumOff val="7647"/>
            <a:alphaOff val="0"/>
          </a:schemeClr>
        </a:solidFill>
        <a:ln w="19050" cap="flat" cmpd="sng" algn="ctr">
          <a:solidFill>
            <a:schemeClr val="accent2">
              <a:hueOff val="-6221405"/>
              <a:satOff val="-12245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B2B52-BBC4-48E2-9FD9-6D789B21CDE2}">
      <dsp:nvSpPr>
        <dsp:cNvPr id="0" name=""/>
        <dsp:cNvSpPr/>
      </dsp:nvSpPr>
      <dsp:spPr>
        <a:xfrm>
          <a:off x="0" y="2619756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3200" b="1" i="0" kern="1200" baseline="0"/>
            <a:t>Sheng:</a:t>
          </a:r>
          <a:r>
            <a:rPr lang="en-KE" sz="3200" b="0" i="0" kern="1200" baseline="0"/>
            <a:t> 270 samples (25.6%).</a:t>
          </a:r>
          <a:endParaRPr lang="en-US" sz="3200" kern="1200"/>
        </a:p>
      </dsp:txBody>
      <dsp:txXfrm>
        <a:off x="0" y="2619756"/>
        <a:ext cx="7488936" cy="872399"/>
      </dsp:txXfrm>
    </dsp:sp>
    <dsp:sp modelId="{414E2C91-1AFA-4496-9DEE-9252396D8060}">
      <dsp:nvSpPr>
        <dsp:cNvPr id="0" name=""/>
        <dsp:cNvSpPr/>
      </dsp:nvSpPr>
      <dsp:spPr>
        <a:xfrm>
          <a:off x="0" y="3492155"/>
          <a:ext cx="7488936" cy="0"/>
        </a:xfrm>
        <a:prstGeom prst="line">
          <a:avLst/>
        </a:prstGeom>
        <a:solidFill>
          <a:schemeClr val="accent2">
            <a:hueOff val="-8295206"/>
            <a:satOff val="-16326"/>
            <a:lumOff val="10196"/>
            <a:alphaOff val="0"/>
          </a:schemeClr>
        </a:solidFill>
        <a:ln w="19050" cap="flat" cmpd="sng" algn="ctr">
          <a:solidFill>
            <a:schemeClr val="accent2">
              <a:hueOff val="-8295206"/>
              <a:satOff val="-16326"/>
              <a:lumOff val="10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D5838-E27A-4BE6-B275-FD2A2B3CA1E8}">
      <dsp:nvSpPr>
        <dsp:cNvPr id="0" name=""/>
        <dsp:cNvSpPr/>
      </dsp:nvSpPr>
      <dsp:spPr>
        <a:xfrm>
          <a:off x="0" y="3492155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3200" b="1" i="0" kern="1200" baseline="0"/>
            <a:t>English:</a:t>
          </a:r>
          <a:r>
            <a:rPr lang="en-KE" sz="3200" b="0" i="0" kern="1200" baseline="0"/>
            <a:t> 264 samples (25.0%).</a:t>
          </a:r>
          <a:endParaRPr lang="en-US" sz="3200" kern="1200"/>
        </a:p>
      </dsp:txBody>
      <dsp:txXfrm>
        <a:off x="0" y="3492155"/>
        <a:ext cx="7488936" cy="872399"/>
      </dsp:txXfrm>
    </dsp:sp>
    <dsp:sp modelId="{B4171350-66E0-43AE-9A31-8CB8CDECBD38}">
      <dsp:nvSpPr>
        <dsp:cNvPr id="0" name=""/>
        <dsp:cNvSpPr/>
      </dsp:nvSpPr>
      <dsp:spPr>
        <a:xfrm>
          <a:off x="0" y="4364554"/>
          <a:ext cx="748893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C632F-0A0E-43DA-A4F8-21C5FED7797B}">
      <dsp:nvSpPr>
        <dsp:cNvPr id="0" name=""/>
        <dsp:cNvSpPr/>
      </dsp:nvSpPr>
      <dsp:spPr>
        <a:xfrm>
          <a:off x="0" y="4364554"/>
          <a:ext cx="7488936" cy="872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3200" b="1" i="0" kern="1200" baseline="0"/>
            <a:t>Swahili:</a:t>
          </a:r>
          <a:r>
            <a:rPr lang="en-KE" sz="3200" b="0" i="0" kern="1200" baseline="0"/>
            <a:t> 242 samples (22.9%).</a:t>
          </a:r>
          <a:endParaRPr lang="en-US" sz="3200" kern="1200"/>
        </a:p>
      </dsp:txBody>
      <dsp:txXfrm>
        <a:off x="0" y="4364554"/>
        <a:ext cx="7488936" cy="8723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E5302-3E12-4DA8-B5EE-598DE73D199A}">
      <dsp:nvSpPr>
        <dsp:cNvPr id="0" name=""/>
        <dsp:cNvSpPr/>
      </dsp:nvSpPr>
      <dsp:spPr>
        <a:xfrm>
          <a:off x="0" y="202753"/>
          <a:ext cx="6620255" cy="14795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b="1" i="0" kern="1200" baseline="0"/>
            <a:t>Method:</a:t>
          </a:r>
          <a:r>
            <a:rPr lang="en-KE" sz="2100" b="0" i="0" kern="1200" baseline="0"/>
            <a:t> TF-IDF with character n-grams: analyzer='char', ngram_range=(2,5), max_features=15000.</a:t>
          </a:r>
          <a:endParaRPr lang="en-US" sz="2100" kern="1200"/>
        </a:p>
      </dsp:txBody>
      <dsp:txXfrm>
        <a:off x="72227" y="274980"/>
        <a:ext cx="6475801" cy="1335120"/>
      </dsp:txXfrm>
    </dsp:sp>
    <dsp:sp modelId="{A8740695-BFE6-4F19-9EDB-FE52E9A64C70}">
      <dsp:nvSpPr>
        <dsp:cNvPr id="0" name=""/>
        <dsp:cNvSpPr/>
      </dsp:nvSpPr>
      <dsp:spPr>
        <a:xfrm>
          <a:off x="0" y="1742808"/>
          <a:ext cx="6620255" cy="1479574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b="1" i="0" kern="1200" baseline="0"/>
            <a:t>Purpose:</a:t>
          </a:r>
          <a:r>
            <a:rPr lang="en-KE" sz="2100" b="0" i="0" kern="1200" baseline="0"/>
            <a:t> Character n-grams capture subword patterns ideal for short and code-mixed text. Text is preprocessed: lowercased, punctuation removed, and filtered to ASCII characters only before vectorization.</a:t>
          </a:r>
          <a:endParaRPr lang="en-US" sz="2100" kern="1200"/>
        </a:p>
      </dsp:txBody>
      <dsp:txXfrm>
        <a:off x="72227" y="1815035"/>
        <a:ext cx="6475801" cy="1335120"/>
      </dsp:txXfrm>
    </dsp:sp>
    <dsp:sp modelId="{F1298748-62E1-4B3A-B9CB-58D54DDC1CAE}">
      <dsp:nvSpPr>
        <dsp:cNvPr id="0" name=""/>
        <dsp:cNvSpPr/>
      </dsp:nvSpPr>
      <dsp:spPr>
        <a:xfrm>
          <a:off x="0" y="3282863"/>
          <a:ext cx="6620255" cy="1479574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b="1" i="0" kern="1200" baseline="0"/>
            <a:t>Library:</a:t>
          </a:r>
          <a:r>
            <a:rPr lang="en-KE" sz="2100" b="0" i="0" kern="1200" baseline="0"/>
            <a:t> Utilizes scikit-learn for vectorization.</a:t>
          </a:r>
          <a:endParaRPr lang="en-US" sz="2100" kern="1200"/>
        </a:p>
      </dsp:txBody>
      <dsp:txXfrm>
        <a:off x="72227" y="3355090"/>
        <a:ext cx="6475801" cy="1335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F24E9-ECC3-43E8-BADE-F6099A7097CC}">
      <dsp:nvSpPr>
        <dsp:cNvPr id="0" name=""/>
        <dsp:cNvSpPr/>
      </dsp:nvSpPr>
      <dsp:spPr>
        <a:xfrm>
          <a:off x="0" y="2174"/>
          <a:ext cx="7488936" cy="11021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3835F-DA6C-4D4C-AE71-2DFCF7673157}">
      <dsp:nvSpPr>
        <dsp:cNvPr id="0" name=""/>
        <dsp:cNvSpPr/>
      </dsp:nvSpPr>
      <dsp:spPr>
        <a:xfrm>
          <a:off x="333397" y="250155"/>
          <a:ext cx="606176" cy="6061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745B0-2477-40AF-B795-71A7AF0BA224}">
      <dsp:nvSpPr>
        <dsp:cNvPr id="0" name=""/>
        <dsp:cNvSpPr/>
      </dsp:nvSpPr>
      <dsp:spPr>
        <a:xfrm>
          <a:off x="1272971" y="2174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b="1" i="0" kern="1200" baseline="0"/>
            <a:t>Models Used:</a:t>
          </a:r>
          <a:r>
            <a:rPr lang="en-KE" sz="2100" b="0" i="0" kern="1200" baseline="0"/>
            <a:t> Naïve Bayes and Logistic Regression.</a:t>
          </a:r>
          <a:endParaRPr lang="en-US" sz="2100" kern="1200"/>
        </a:p>
      </dsp:txBody>
      <dsp:txXfrm>
        <a:off x="1272971" y="2174"/>
        <a:ext cx="6215964" cy="1102139"/>
      </dsp:txXfrm>
    </dsp:sp>
    <dsp:sp modelId="{BC8DE1FD-753F-49F9-A811-A1DC091A8897}">
      <dsp:nvSpPr>
        <dsp:cNvPr id="0" name=""/>
        <dsp:cNvSpPr/>
      </dsp:nvSpPr>
      <dsp:spPr>
        <a:xfrm>
          <a:off x="0" y="1379849"/>
          <a:ext cx="7488936" cy="11021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1425C-96D3-45DD-9C86-39C7A43E463E}">
      <dsp:nvSpPr>
        <dsp:cNvPr id="0" name=""/>
        <dsp:cNvSpPr/>
      </dsp:nvSpPr>
      <dsp:spPr>
        <a:xfrm>
          <a:off x="333397" y="1627830"/>
          <a:ext cx="606176" cy="6061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F2D25-42CC-4FC2-B695-797025F9A547}">
      <dsp:nvSpPr>
        <dsp:cNvPr id="0" name=""/>
        <dsp:cNvSpPr/>
      </dsp:nvSpPr>
      <dsp:spPr>
        <a:xfrm>
          <a:off x="1272971" y="1379849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b="1" i="0" kern="1200" baseline="0"/>
            <a:t>Naïve Bayes:</a:t>
          </a:r>
          <a:r>
            <a:rPr lang="en-KE" sz="2100" b="0" i="0" kern="1200" baseline="0"/>
            <a:t> MultinomialNB(alpha=0.1), wrapped in CalibratedClassifierCV (sigmoid, cv=5) for probability calibration.</a:t>
          </a:r>
          <a:endParaRPr lang="en-US" sz="2100" kern="1200"/>
        </a:p>
      </dsp:txBody>
      <dsp:txXfrm>
        <a:off x="1272971" y="1379849"/>
        <a:ext cx="6215964" cy="1102139"/>
      </dsp:txXfrm>
    </dsp:sp>
    <dsp:sp modelId="{FCAA3DF2-6411-410D-B22B-E5FDB88EF8CC}">
      <dsp:nvSpPr>
        <dsp:cNvPr id="0" name=""/>
        <dsp:cNvSpPr/>
      </dsp:nvSpPr>
      <dsp:spPr>
        <a:xfrm>
          <a:off x="0" y="2757523"/>
          <a:ext cx="7488936" cy="11021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30C5E-786C-49C6-99AA-C0C75F56AA92}">
      <dsp:nvSpPr>
        <dsp:cNvPr id="0" name=""/>
        <dsp:cNvSpPr/>
      </dsp:nvSpPr>
      <dsp:spPr>
        <a:xfrm>
          <a:off x="333397" y="3005504"/>
          <a:ext cx="606176" cy="6061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777D1-35C2-429F-B651-1CD9663897D4}">
      <dsp:nvSpPr>
        <dsp:cNvPr id="0" name=""/>
        <dsp:cNvSpPr/>
      </dsp:nvSpPr>
      <dsp:spPr>
        <a:xfrm>
          <a:off x="1272971" y="2757523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b="1" i="0" kern="1200" baseline="0"/>
            <a:t>Logistic Regression:</a:t>
          </a:r>
          <a:r>
            <a:rPr lang="en-KE" sz="2100" b="0" i="0" kern="1200" baseline="0"/>
            <a:t> LogisticRegression(max_iter=2000, C=1.5, class_weight='balanced'), also wrapped in CalibratedClassifierCV for reliable confidence scores.</a:t>
          </a:r>
          <a:endParaRPr lang="en-US" sz="2100" kern="1200"/>
        </a:p>
      </dsp:txBody>
      <dsp:txXfrm>
        <a:off x="1272971" y="2757523"/>
        <a:ext cx="6215964" cy="1102139"/>
      </dsp:txXfrm>
    </dsp:sp>
    <dsp:sp modelId="{42A95BB9-FD21-4853-B34E-50A158126FD3}">
      <dsp:nvSpPr>
        <dsp:cNvPr id="0" name=""/>
        <dsp:cNvSpPr/>
      </dsp:nvSpPr>
      <dsp:spPr>
        <a:xfrm>
          <a:off x="0" y="4135197"/>
          <a:ext cx="7488936" cy="11021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1845EB-E537-4066-B0B9-87ED0BE2CBE6}">
      <dsp:nvSpPr>
        <dsp:cNvPr id="0" name=""/>
        <dsp:cNvSpPr/>
      </dsp:nvSpPr>
      <dsp:spPr>
        <a:xfrm>
          <a:off x="333397" y="4383179"/>
          <a:ext cx="606176" cy="6061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06615-688D-498D-AA83-0022EB5D58B4}">
      <dsp:nvSpPr>
        <dsp:cNvPr id="0" name=""/>
        <dsp:cNvSpPr/>
      </dsp:nvSpPr>
      <dsp:spPr>
        <a:xfrm>
          <a:off x="1272971" y="4135197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100" b="1" i="0" kern="1200" baseline="0"/>
            <a:t>Data Split:</a:t>
          </a:r>
          <a:r>
            <a:rPr lang="en-KE" sz="2100" b="0" i="0" kern="1200" baseline="0"/>
            <a:t> 80% Training set and 20% Testing set.</a:t>
          </a:r>
          <a:endParaRPr lang="en-US" sz="2100" kern="1200"/>
        </a:p>
      </dsp:txBody>
      <dsp:txXfrm>
        <a:off x="1272971" y="4135197"/>
        <a:ext cx="6215964" cy="11021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3239B-6807-415F-8045-4352F2E3F4CC}">
      <dsp:nvSpPr>
        <dsp:cNvPr id="0" name=""/>
        <dsp:cNvSpPr/>
      </dsp:nvSpPr>
      <dsp:spPr>
        <a:xfrm>
          <a:off x="579241" y="1251463"/>
          <a:ext cx="877784" cy="877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5328F-8266-40E6-80A8-81051983E961}">
      <dsp:nvSpPr>
        <dsp:cNvPr id="0" name=""/>
        <dsp:cNvSpPr/>
      </dsp:nvSpPr>
      <dsp:spPr>
        <a:xfrm>
          <a:off x="42817" y="2498728"/>
          <a:ext cx="1950633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1100" b="1" i="0" kern="1200" baseline="0"/>
            <a:t>User Interface:</a:t>
          </a:r>
          <a:r>
            <a:rPr lang="en-KE" sz="1100" b="0" i="0" kern="1200" baseline="0"/>
            <a:t> Built using </a:t>
          </a:r>
          <a:r>
            <a:rPr lang="en-KE" sz="1100" b="1" i="0" kern="1200" baseline="0"/>
            <a:t>Streamlit</a:t>
          </a:r>
          <a:r>
            <a:rPr lang="en-KE" sz="1100" b="0" i="0" kern="1200" baseline="0"/>
            <a:t> for a simple web application experience.</a:t>
          </a:r>
          <a:endParaRPr lang="en-US" sz="1100" kern="1200"/>
        </a:p>
      </dsp:txBody>
      <dsp:txXfrm>
        <a:off x="42817" y="2498728"/>
        <a:ext cx="1950633" cy="1215000"/>
      </dsp:txXfrm>
    </dsp:sp>
    <dsp:sp modelId="{C5F513A6-A2A7-481E-A220-259E0D222FA0}">
      <dsp:nvSpPr>
        <dsp:cNvPr id="0" name=""/>
        <dsp:cNvSpPr/>
      </dsp:nvSpPr>
      <dsp:spPr>
        <a:xfrm>
          <a:off x="2871235" y="1251463"/>
          <a:ext cx="877784" cy="877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094F5-6EE4-40AC-8CF1-015EE25AFCB2}">
      <dsp:nvSpPr>
        <dsp:cNvPr id="0" name=""/>
        <dsp:cNvSpPr/>
      </dsp:nvSpPr>
      <dsp:spPr>
        <a:xfrm>
          <a:off x="2334811" y="2498728"/>
          <a:ext cx="1950633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1100" b="1" i="0" kern="1200" baseline="0"/>
            <a:t>Functionality:</a:t>
          </a:r>
          <a:r>
            <a:rPr lang="en-KE" sz="1100" b="0" i="0" kern="1200" baseline="0"/>
            <a:t> Users can enter text, click a "Predict Language" button, and view the results.</a:t>
          </a:r>
          <a:endParaRPr lang="en-US" sz="1100" kern="1200"/>
        </a:p>
      </dsp:txBody>
      <dsp:txXfrm>
        <a:off x="2334811" y="2498728"/>
        <a:ext cx="1950633" cy="1215000"/>
      </dsp:txXfrm>
    </dsp:sp>
    <dsp:sp modelId="{4FC4F5D6-5E36-4AF3-A237-40C1D217A2EA}">
      <dsp:nvSpPr>
        <dsp:cNvPr id="0" name=""/>
        <dsp:cNvSpPr/>
      </dsp:nvSpPr>
      <dsp:spPr>
        <a:xfrm>
          <a:off x="5163229" y="1251463"/>
          <a:ext cx="877784" cy="877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B34A0-F299-4FDF-AA20-2018F313BCB3}">
      <dsp:nvSpPr>
        <dsp:cNvPr id="0" name=""/>
        <dsp:cNvSpPr/>
      </dsp:nvSpPr>
      <dsp:spPr>
        <a:xfrm>
          <a:off x="4626805" y="2498728"/>
          <a:ext cx="1950633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1100" b="1" i="0" kern="1200" baseline="0"/>
            <a:t>NLP Tools:</a:t>
          </a:r>
          <a:r>
            <a:rPr lang="en-KE" sz="1100" b="0" i="0" kern="1200" baseline="0"/>
            <a:t> scikit-learn (TfidfVectorizer, MultinomialNB, LogisticRegression, VotingClassifier, CalibratedClassifierCV), streamlit, matplotlib, pandas, numpy, re, os, zipfile, string, random, datetime.</a:t>
          </a:r>
          <a:endParaRPr lang="en-US" sz="1100" kern="1200"/>
        </a:p>
      </dsp:txBody>
      <dsp:txXfrm>
        <a:off x="4626805" y="2498728"/>
        <a:ext cx="1950633" cy="1215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8B3B8-4364-4764-8A67-92910CA99578}">
      <dsp:nvSpPr>
        <dsp:cNvPr id="0" name=""/>
        <dsp:cNvSpPr/>
      </dsp:nvSpPr>
      <dsp:spPr>
        <a:xfrm>
          <a:off x="871" y="0"/>
          <a:ext cx="3530128" cy="37671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698" tIns="0" rIns="34869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200" b="1" i="0" kern="1200" baseline="0"/>
            <a:t>Libraries:</a:t>
          </a:r>
          <a:r>
            <a:rPr lang="en-KE" sz="2200" b="0" i="0" kern="1200" baseline="0"/>
            <a:t> streamlit, scikit-learn, pandas, numpy, and nltk.</a:t>
          </a:r>
          <a:endParaRPr lang="en-US" sz="2200" kern="1200"/>
        </a:p>
      </dsp:txBody>
      <dsp:txXfrm>
        <a:off x="871" y="1506855"/>
        <a:ext cx="3530128" cy="2260282"/>
      </dsp:txXfrm>
    </dsp:sp>
    <dsp:sp modelId="{DA9CA782-1A38-4D89-8949-7B3426380846}">
      <dsp:nvSpPr>
        <dsp:cNvPr id="0" name=""/>
        <dsp:cNvSpPr/>
      </dsp:nvSpPr>
      <dsp:spPr>
        <a:xfrm>
          <a:off x="871" y="0"/>
          <a:ext cx="3530128" cy="150685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698" tIns="165100" rIns="34869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71" y="0"/>
        <a:ext cx="3530128" cy="1506855"/>
      </dsp:txXfrm>
    </dsp:sp>
    <dsp:sp modelId="{4B87B4E4-7557-4525-987E-CDD5E7630E60}">
      <dsp:nvSpPr>
        <dsp:cNvPr id="0" name=""/>
        <dsp:cNvSpPr/>
      </dsp:nvSpPr>
      <dsp:spPr>
        <a:xfrm>
          <a:off x="3813410" y="0"/>
          <a:ext cx="3530128" cy="37671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698" tIns="0" rIns="34869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200" b="1" i="0" kern="1200" baseline="0"/>
            <a:t>Language Tools:</a:t>
          </a:r>
          <a:r>
            <a:rPr lang="en-KE" sz="2200" b="0" i="0" kern="1200" baseline="0"/>
            <a:t> langdetect and googletrans==4.0.0rc1.</a:t>
          </a:r>
          <a:endParaRPr lang="en-US" sz="2200" kern="1200"/>
        </a:p>
      </dsp:txBody>
      <dsp:txXfrm>
        <a:off x="3813410" y="1506855"/>
        <a:ext cx="3530128" cy="2260282"/>
      </dsp:txXfrm>
    </dsp:sp>
    <dsp:sp modelId="{5D0DAAB0-D81B-408B-A8E3-ECBAF7F3F6EF}">
      <dsp:nvSpPr>
        <dsp:cNvPr id="0" name=""/>
        <dsp:cNvSpPr/>
      </dsp:nvSpPr>
      <dsp:spPr>
        <a:xfrm>
          <a:off x="3813410" y="0"/>
          <a:ext cx="3530128" cy="150685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698" tIns="165100" rIns="34869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813410" y="0"/>
        <a:ext cx="3530128" cy="1506855"/>
      </dsp:txXfrm>
    </dsp:sp>
    <dsp:sp modelId="{CACF220E-9FDF-4350-83E3-4C447C7CE585}">
      <dsp:nvSpPr>
        <dsp:cNvPr id="0" name=""/>
        <dsp:cNvSpPr/>
      </dsp:nvSpPr>
      <dsp:spPr>
        <a:xfrm>
          <a:off x="7625949" y="0"/>
          <a:ext cx="3530128" cy="37671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698" tIns="0" rIns="34869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KE" sz="2200" b="1" i="0" kern="1200" baseline="0"/>
            <a:t>Core Versions:</a:t>
          </a:r>
          <a:r>
            <a:rPr lang="en-KE" sz="2200" b="0" i="0" kern="1200" baseline="0"/>
            <a:t> Pandas and NumPy (versions not pinned in requirements.txt).</a:t>
          </a:r>
          <a:endParaRPr lang="en-US" sz="2200" kern="1200"/>
        </a:p>
      </dsp:txBody>
      <dsp:txXfrm>
        <a:off x="7625949" y="1506855"/>
        <a:ext cx="3530128" cy="2260282"/>
      </dsp:txXfrm>
    </dsp:sp>
    <dsp:sp modelId="{E29E828D-8711-498D-900E-C1D43B151149}">
      <dsp:nvSpPr>
        <dsp:cNvPr id="0" name=""/>
        <dsp:cNvSpPr/>
      </dsp:nvSpPr>
      <dsp:spPr>
        <a:xfrm>
          <a:off x="7625949" y="0"/>
          <a:ext cx="3530128" cy="150685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698" tIns="165100" rIns="34869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625949" y="0"/>
        <a:ext cx="3530128" cy="15068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70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3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6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3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5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29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0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5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6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9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5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6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AF649-C639-36BB-55AC-1B1902FA2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53796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Language Identification System for Short Text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75CC1-3A38-7D5D-B506-3946035C8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2578608"/>
            <a:ext cx="6537960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NLP Project</a:t>
            </a:r>
          </a:p>
          <a:p>
            <a:r>
              <a:rPr lang="en-US" dirty="0"/>
              <a:t>English, Swahili, Sheng, and Lubukusu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BB6C97-E01E-E888-84C9-20D691D5DD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74" r="10644" b="-4"/>
          <a:stretch>
            <a:fillRect/>
          </a:stretch>
        </p:blipFill>
        <p:spPr>
          <a:xfrm>
            <a:off x="7659149" y="976160"/>
            <a:ext cx="4011643" cy="53717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194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C1F9E-F9CB-EB50-9261-E66D3D4D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fr-FR" dirty="0" err="1"/>
              <a:t>Problem</a:t>
            </a:r>
            <a:r>
              <a:rPr lang="fr-FR" dirty="0"/>
              <a:t> </a:t>
            </a:r>
            <a:r>
              <a:rPr lang="fr-FR" dirty="0" err="1"/>
              <a:t>Definition</a:t>
            </a:r>
            <a:endParaRPr lang="en-K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1CE34DE-2D87-4157-254A-CA4B620C34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528176"/>
              </p:ext>
            </p:extLst>
          </p:nvPr>
        </p:nvGraphicFramePr>
        <p:xfrm>
          <a:off x="5074920" y="946401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271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51EAA-C17E-5337-B51A-D63F264D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fr-FR" sz="4000"/>
              <a:t>Data Collection &amp; Labeling</a:t>
            </a:r>
            <a:endParaRPr lang="en-KE" sz="4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618DCB7-3D03-480F-D72B-8170033C1B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65156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0312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387FF-3EEF-5EE5-4A2B-912711B9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fr-FR" sz="4000"/>
              <a:t>Dataset Summary</a:t>
            </a:r>
            <a:endParaRPr lang="en-KE" sz="4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0AC47BF-26D9-8C66-4422-160F0E69BA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370192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34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4D22E-516D-1542-7382-869A73E3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fr-FR"/>
              <a:t>Feature Engineering (Vectorization)</a:t>
            </a:r>
            <a:endParaRPr lang="en-K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6ECBF7DD-50BD-F74D-0F26-D60186EE22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651454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8261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C3459-6375-D121-701C-6F21D371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fr-FR" sz="4000"/>
              <a:t>Machine Learning Models</a:t>
            </a:r>
            <a:endParaRPr lang="en-KE" sz="4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9EFFA992-F05D-6B3A-3DA2-084DEDEB34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55422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881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41F07-2788-3B29-3C72-27AB0F071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fr-FR" dirty="0"/>
              <a:t>Performance Evaluation</a:t>
            </a:r>
            <a:endParaRPr lang="en-K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AccuracyCard"/>
          <p:cNvSpPr>
            <a:spLocks noGrp="1"/>
          </p:cNvSpPr>
          <p:nvPr/>
        </p:nvSpPr>
        <p:spPr>
          <a:xfrm>
            <a:off x="4900000" y="900000"/>
            <a:ext cx="3400000" cy="2200000"/>
          </a:xfrm>
          <a:prstGeom prst="roundRect">
            <a:avLst>
              <a:gd name="adj" fmla="val 16667"/>
            </a:avLst>
          </a:prstGeom>
          <a:solidFill>
            <a:srgbClr val="009DAE"/>
          </a:solidFill>
          <a:ln>
            <a:noFill/>
          </a:ln>
        </p:spPr>
        <p:txBody>
          <a:bodyPr wrap="square" lIns="180000" tIns="180000" rIns="180000" bIns="180000" anchor="t"/>
          <a:lstStyle/>
          <a:p>
            <a:r>
              <a:rPr lang="en-KE" sz="1800" b="1" dirty="0">
                <a:solidFill>
                  <a:srgbClr val="FFFFFF"/>
                </a:solidFill>
              </a:rPr>
              <a:t>Accuracy:</a:t>
            </a:r>
          </a:p>
          <a:p>
            <a:r>
              <a:rPr lang="en-KE" sz="1400" b="0" dirty="0">
                <a:solidFill>
                  <a:srgbClr val="FFFFFF"/>
                </a:solidFill>
              </a:rPr>
              <a:t>Overall measure of correct predictions across all 4 languages. Computed using accuracy_score from scikit-learn.</a:t>
            </a:r>
          </a:p>
        </p:txBody>
      </p:sp>
      <p:sp>
        <p:nvSpPr>
          <p:cNvPr id="101" name="PRCard"/>
          <p:cNvSpPr>
            <a:spLocks noGrp="1"/>
          </p:cNvSpPr>
          <p:nvPr/>
        </p:nvSpPr>
        <p:spPr>
          <a:xfrm>
            <a:off x="8500000" y="900000"/>
            <a:ext cx="3400000" cy="22000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>
            <a:noFill/>
          </a:ln>
        </p:spPr>
        <p:txBody>
          <a:bodyPr wrap="square" lIns="180000" tIns="180000" rIns="180000" bIns="180000" anchor="t"/>
          <a:lstStyle/>
          <a:p>
            <a:r>
              <a:rPr lang="en-KE" sz="1800" b="1" dirty="0">
                <a:solidFill>
                  <a:srgbClr val="FFFFFF"/>
                </a:solidFill>
              </a:rPr>
              <a:t>Precision &amp; Recall:</a:t>
            </a:r>
          </a:p>
          <a:p>
            <a:r>
              <a:rPr lang="en-KE" sz="1400" b="0" dirty="0">
                <a:solidFill>
                  <a:srgbClr val="FFFFFF"/>
                </a:solidFill>
              </a:rPr>
              <a:t>Computed using precision_score and recall_score (average='weighted') from scikit-learn. Displayed in the sidebar and model comparison table.</a:t>
            </a:r>
          </a:p>
        </p:txBody>
      </p:sp>
      <p:sp>
        <p:nvSpPr>
          <p:cNvPr id="102" name="F1Card"/>
          <p:cNvSpPr>
            <a:spLocks noGrp="1"/>
          </p:cNvSpPr>
          <p:nvPr/>
        </p:nvSpPr>
        <p:spPr>
          <a:xfrm>
            <a:off x="4900000" y="3300000"/>
            <a:ext cx="3400000" cy="2200000"/>
          </a:xfrm>
          <a:prstGeom prst="roundRect">
            <a:avLst>
              <a:gd name="adj" fmla="val 16667"/>
            </a:avLst>
          </a:prstGeom>
          <a:solidFill>
            <a:srgbClr val="5B4FCF"/>
          </a:solidFill>
          <a:ln>
            <a:noFill/>
          </a:ln>
        </p:spPr>
        <p:txBody>
          <a:bodyPr wrap="square" lIns="180000" tIns="180000" rIns="180000" bIns="180000" anchor="t"/>
          <a:lstStyle/>
          <a:p>
            <a:r>
              <a:rPr lang="en-KE" sz="1800" b="1" dirty="0">
                <a:solidFill>
                  <a:srgbClr val="FFFFFF"/>
                </a:solidFill>
              </a:rPr>
              <a:t>F1-Score:</a:t>
            </a:r>
          </a:p>
          <a:p>
            <a:r>
              <a:rPr lang="en-KE" sz="1400" b="0" dirty="0">
                <a:solidFill>
                  <a:srgbClr val="FFFFFF"/>
                </a:solidFill>
              </a:rPr>
              <a:t>Weighted F1 computed via f1_score(average='weighted') to handle class imbalance across languages.</a:t>
            </a:r>
          </a:p>
        </p:txBody>
      </p:sp>
      <p:sp>
        <p:nvSpPr>
          <p:cNvPr id="103" name="CMCard"/>
          <p:cNvSpPr>
            <a:spLocks noGrp="1"/>
          </p:cNvSpPr>
          <p:nvPr/>
        </p:nvSpPr>
        <p:spPr>
          <a:xfrm>
            <a:off x="8500000" y="3300000"/>
            <a:ext cx="3400000" cy="22000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>
            <a:noFill/>
          </a:ln>
        </p:spPr>
        <p:txBody>
          <a:bodyPr wrap="square" lIns="180000" tIns="180000" rIns="180000" bIns="180000" anchor="t"/>
          <a:lstStyle/>
          <a:p>
            <a:r>
              <a:rPr lang="en-KE" sz="1800" b="1" dirty="0">
                <a:solidFill>
                  <a:srgbClr val="FFFFFF"/>
                </a:solidFill>
              </a:rPr>
              <a:t>Confusion Matrix:</a:t>
            </a:r>
          </a:p>
          <a:p>
            <a:r>
              <a:rPr lang="en-KE" sz="1400" b="0" dirty="0">
                <a:solidFill>
                  <a:srgbClr val="FFFFFF"/>
                </a:solidFill>
              </a:rPr>
              <a:t>Visualized using ConfusionMatrixDisplay with a Blues colormap. Identifies how often the model confuses one language with another.</a:t>
            </a:r>
          </a:p>
        </p:txBody>
      </p:sp>
    </p:spTree>
    <p:extLst>
      <p:ext uri="{BB962C8B-B14F-4D97-AF65-F5344CB8AC3E}">
        <p14:creationId xmlns:p14="http://schemas.microsoft.com/office/powerpoint/2010/main" val="264767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524E8-326E-31D1-ABCB-28828940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fr-FR" dirty="0"/>
              <a:t>System Architecture &amp; </a:t>
            </a:r>
            <a:r>
              <a:rPr lang="fr-FR" dirty="0" err="1"/>
              <a:t>Deployment</a:t>
            </a:r>
            <a:endParaRPr lang="en-K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B3C2E48-7E1F-EC6B-40F5-26FA980D18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024850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587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2D3B2-0ED4-9FB7-9FDA-D31E6D44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fr-FR"/>
              <a:t>Technical Requirements</a:t>
            </a:r>
            <a:endParaRPr lang="en-K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9FC030AE-2B69-69F8-5ED6-3126D9991F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230385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221039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542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Bierstadt</vt:lpstr>
      <vt:lpstr>GestaltVTI</vt:lpstr>
      <vt:lpstr>Language Identification System for Short Text</vt:lpstr>
      <vt:lpstr>Problem Definition</vt:lpstr>
      <vt:lpstr>Data Collection &amp; Labeling</vt:lpstr>
      <vt:lpstr>Dataset Summary</vt:lpstr>
      <vt:lpstr>Feature Engineering (Vectorization)</vt:lpstr>
      <vt:lpstr>Machine Learning Models</vt:lpstr>
      <vt:lpstr>Performance Evaluation</vt:lpstr>
      <vt:lpstr>System Architecture &amp; Deployment</vt:lpstr>
      <vt:lpstr>Technical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Beverly Kong'ani</dc:creator>
  <cp:lastModifiedBy>Beverly Kong'ani</cp:lastModifiedBy>
  <cp:revision>4</cp:revision>
  <dcterms:created xsi:type="dcterms:W3CDTF">2026-04-01T09:26:47Z</dcterms:created>
  <dcterms:modified xsi:type="dcterms:W3CDTF">2026-04-21T08:35:19Z</dcterms:modified>
</cp:coreProperties>
</file>